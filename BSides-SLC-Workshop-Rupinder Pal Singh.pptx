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85" r:id="rId5"/>
    <p:sldId id="259" r:id="rId6"/>
    <p:sldId id="260" r:id="rId7"/>
    <p:sldId id="307" r:id="rId8"/>
    <p:sldId id="308" r:id="rId9"/>
    <p:sldId id="261" r:id="rId10"/>
    <p:sldId id="310" r:id="rId11"/>
    <p:sldId id="262" r:id="rId12"/>
    <p:sldId id="263" r:id="rId13"/>
    <p:sldId id="264" r:id="rId14"/>
    <p:sldId id="265" r:id="rId15"/>
    <p:sldId id="266" r:id="rId16"/>
    <p:sldId id="271" r:id="rId17"/>
    <p:sldId id="309" r:id="rId18"/>
    <p:sldId id="268" r:id="rId19"/>
    <p:sldId id="269" r:id="rId20"/>
    <p:sldId id="270" r:id="rId21"/>
    <p:sldId id="279" r:id="rId22"/>
    <p:sldId id="273" r:id="rId23"/>
    <p:sldId id="274" r:id="rId24"/>
    <p:sldId id="272" r:id="rId25"/>
    <p:sldId id="275" r:id="rId26"/>
    <p:sldId id="276" r:id="rId27"/>
    <p:sldId id="277" r:id="rId28"/>
    <p:sldId id="278" r:id="rId29"/>
    <p:sldId id="280" r:id="rId30"/>
    <p:sldId id="281" r:id="rId31"/>
    <p:sldId id="300"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C5C6F8-279F-465D-81C6-4E9980A559DA}" v="16" dt="2026-04-10T05:57:51.9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pinder Pal Singh" userId="39cfe6a8-4b0a-4a37-9701-ad6451978fb0" providerId="ADAL" clId="{60BBBE31-5157-4E99-9518-34CA38907C66}"/>
    <pc:docChg chg="undo custSel addSld delSld modSld sldOrd">
      <pc:chgData name="Rupinder Pal Singh" userId="39cfe6a8-4b0a-4a37-9701-ad6451978fb0" providerId="ADAL" clId="{60BBBE31-5157-4E99-9518-34CA38907C66}" dt="2026-04-10T06:00:32.183" v="754" actId="478"/>
      <pc:docMkLst>
        <pc:docMk/>
      </pc:docMkLst>
      <pc:sldChg chg="modSp mod">
        <pc:chgData name="Rupinder Pal Singh" userId="39cfe6a8-4b0a-4a37-9701-ad6451978fb0" providerId="ADAL" clId="{60BBBE31-5157-4E99-9518-34CA38907C66}" dt="2026-04-10T04:40:45.919" v="383" actId="20577"/>
        <pc:sldMkLst>
          <pc:docMk/>
          <pc:sldMk cId="0" sldId="256"/>
        </pc:sldMkLst>
        <pc:spChg chg="mod">
          <ac:chgData name="Rupinder Pal Singh" userId="39cfe6a8-4b0a-4a37-9701-ad6451978fb0" providerId="ADAL" clId="{60BBBE31-5157-4E99-9518-34CA38907C66}" dt="2026-04-10T04:40:45.919" v="383" actId="20577"/>
          <ac:spMkLst>
            <pc:docMk/>
            <pc:sldMk cId="0" sldId="256"/>
            <ac:spMk id="14" creationId="{00000000-0000-0000-0000-000000000000}"/>
          </ac:spMkLst>
        </pc:spChg>
      </pc:sldChg>
      <pc:sldChg chg="delSp mod">
        <pc:chgData name="Rupinder Pal Singh" userId="39cfe6a8-4b0a-4a37-9701-ad6451978fb0" providerId="ADAL" clId="{60BBBE31-5157-4E99-9518-34CA38907C66}" dt="2026-04-10T04:41:05.937" v="384" actId="478"/>
        <pc:sldMkLst>
          <pc:docMk/>
          <pc:sldMk cId="0" sldId="257"/>
        </pc:sldMkLst>
        <pc:spChg chg="del">
          <ac:chgData name="Rupinder Pal Singh" userId="39cfe6a8-4b0a-4a37-9701-ad6451978fb0" providerId="ADAL" clId="{60BBBE31-5157-4E99-9518-34CA38907C66}" dt="2026-04-10T04:41:05.937" v="384" actId="478"/>
          <ac:spMkLst>
            <pc:docMk/>
            <pc:sldMk cId="0" sldId="257"/>
            <ac:spMk id="53" creationId="{00000000-0000-0000-0000-000000000000}"/>
          </ac:spMkLst>
        </pc:spChg>
      </pc:sldChg>
      <pc:sldChg chg="addSp delSp modSp mod">
        <pc:chgData name="Rupinder Pal Singh" userId="39cfe6a8-4b0a-4a37-9701-ad6451978fb0" providerId="ADAL" clId="{60BBBE31-5157-4E99-9518-34CA38907C66}" dt="2026-04-10T04:41:12.768" v="385" actId="478"/>
        <pc:sldMkLst>
          <pc:docMk/>
          <pc:sldMk cId="0" sldId="258"/>
        </pc:sldMkLst>
        <pc:spChg chg="mod">
          <ac:chgData name="Rupinder Pal Singh" userId="39cfe6a8-4b0a-4a37-9701-ad6451978fb0" providerId="ADAL" clId="{60BBBE31-5157-4E99-9518-34CA38907C66}" dt="2026-04-10T04:06:28.830" v="9" actId="20577"/>
          <ac:spMkLst>
            <pc:docMk/>
            <pc:sldMk cId="0" sldId="258"/>
            <ac:spMk id="19" creationId="{00000000-0000-0000-0000-000000000000}"/>
          </ac:spMkLst>
        </pc:spChg>
        <pc:spChg chg="del">
          <ac:chgData name="Rupinder Pal Singh" userId="39cfe6a8-4b0a-4a37-9701-ad6451978fb0" providerId="ADAL" clId="{60BBBE31-5157-4E99-9518-34CA38907C66}" dt="2026-04-10T04:41:12.768" v="385" actId="478"/>
          <ac:spMkLst>
            <pc:docMk/>
            <pc:sldMk cId="0" sldId="258"/>
            <ac:spMk id="23" creationId="{00000000-0000-0000-0000-000000000000}"/>
          </ac:spMkLst>
        </pc:spChg>
        <pc:picChg chg="add">
          <ac:chgData name="Rupinder Pal Singh" userId="39cfe6a8-4b0a-4a37-9701-ad6451978fb0" providerId="ADAL" clId="{60BBBE31-5157-4E99-9518-34CA38907C66}" dt="2026-04-10T04:26:13.688" v="118"/>
          <ac:picMkLst>
            <pc:docMk/>
            <pc:sldMk cId="0" sldId="258"/>
            <ac:picMk id="24" creationId="{B471CB52-9DE1-1331-9E57-5A71283D08AF}"/>
          </ac:picMkLst>
        </pc:picChg>
      </pc:sldChg>
      <pc:sldChg chg="delSp modSp mod">
        <pc:chgData name="Rupinder Pal Singh" userId="39cfe6a8-4b0a-4a37-9701-ad6451978fb0" providerId="ADAL" clId="{60BBBE31-5157-4E99-9518-34CA38907C66}" dt="2026-04-10T04:41:20.949" v="386" actId="478"/>
        <pc:sldMkLst>
          <pc:docMk/>
          <pc:sldMk cId="0" sldId="259"/>
        </pc:sldMkLst>
        <pc:spChg chg="mod">
          <ac:chgData name="Rupinder Pal Singh" userId="39cfe6a8-4b0a-4a37-9701-ad6451978fb0" providerId="ADAL" clId="{60BBBE31-5157-4E99-9518-34CA38907C66}" dt="2026-04-10T04:07:31.669" v="18" actId="20577"/>
          <ac:spMkLst>
            <pc:docMk/>
            <pc:sldMk cId="0" sldId="259"/>
            <ac:spMk id="9" creationId="{00000000-0000-0000-0000-000000000000}"/>
          </ac:spMkLst>
        </pc:spChg>
        <pc:spChg chg="del">
          <ac:chgData name="Rupinder Pal Singh" userId="39cfe6a8-4b0a-4a37-9701-ad6451978fb0" providerId="ADAL" clId="{60BBBE31-5157-4E99-9518-34CA38907C66}" dt="2026-04-10T04:41:20.949" v="386" actId="478"/>
          <ac:spMkLst>
            <pc:docMk/>
            <pc:sldMk cId="0" sldId="259"/>
            <ac:spMk id="11" creationId="{00000000-0000-0000-0000-000000000000}"/>
          </ac:spMkLst>
        </pc:spChg>
      </pc:sldChg>
      <pc:sldChg chg="delSp modSp mod">
        <pc:chgData name="Rupinder Pal Singh" userId="39cfe6a8-4b0a-4a37-9701-ad6451978fb0" providerId="ADAL" clId="{60BBBE31-5157-4E99-9518-34CA38907C66}" dt="2026-04-10T04:41:31.072" v="387" actId="478"/>
        <pc:sldMkLst>
          <pc:docMk/>
          <pc:sldMk cId="0" sldId="260"/>
        </pc:sldMkLst>
        <pc:spChg chg="mod">
          <ac:chgData name="Rupinder Pal Singh" userId="39cfe6a8-4b0a-4a37-9701-ad6451978fb0" providerId="ADAL" clId="{60BBBE31-5157-4E99-9518-34CA38907C66}" dt="2026-04-10T04:07:51.295" v="41" actId="20577"/>
          <ac:spMkLst>
            <pc:docMk/>
            <pc:sldMk cId="0" sldId="260"/>
            <ac:spMk id="16" creationId="{00000000-0000-0000-0000-000000000000}"/>
          </ac:spMkLst>
        </pc:spChg>
        <pc:spChg chg="del">
          <ac:chgData name="Rupinder Pal Singh" userId="39cfe6a8-4b0a-4a37-9701-ad6451978fb0" providerId="ADAL" clId="{60BBBE31-5157-4E99-9518-34CA38907C66}" dt="2026-04-10T04:41:31.072" v="387" actId="478"/>
          <ac:spMkLst>
            <pc:docMk/>
            <pc:sldMk cId="0" sldId="260"/>
            <ac:spMk id="29" creationId="{00000000-0000-0000-0000-000000000000}"/>
          </ac:spMkLst>
        </pc:spChg>
      </pc:sldChg>
      <pc:sldChg chg="delSp mod">
        <pc:chgData name="Rupinder Pal Singh" userId="39cfe6a8-4b0a-4a37-9701-ad6451978fb0" providerId="ADAL" clId="{60BBBE31-5157-4E99-9518-34CA38907C66}" dt="2026-04-10T04:41:41.278" v="388" actId="478"/>
        <pc:sldMkLst>
          <pc:docMk/>
          <pc:sldMk cId="0" sldId="261"/>
        </pc:sldMkLst>
        <pc:spChg chg="del">
          <ac:chgData name="Rupinder Pal Singh" userId="39cfe6a8-4b0a-4a37-9701-ad6451978fb0" providerId="ADAL" clId="{60BBBE31-5157-4E99-9518-34CA38907C66}" dt="2026-04-10T04:41:41.278" v="388" actId="478"/>
          <ac:spMkLst>
            <pc:docMk/>
            <pc:sldMk cId="0" sldId="261"/>
            <ac:spMk id="29" creationId="{00000000-0000-0000-0000-000000000000}"/>
          </ac:spMkLst>
        </pc:spChg>
      </pc:sldChg>
      <pc:sldChg chg="addSp delSp modSp mod">
        <pc:chgData name="Rupinder Pal Singh" userId="39cfe6a8-4b0a-4a37-9701-ad6451978fb0" providerId="ADAL" clId="{60BBBE31-5157-4E99-9518-34CA38907C66}" dt="2026-04-10T05:59:07.069" v="723" actId="478"/>
        <pc:sldMkLst>
          <pc:docMk/>
          <pc:sldMk cId="0" sldId="262"/>
        </pc:sldMkLst>
        <pc:spChg chg="del">
          <ac:chgData name="Rupinder Pal Singh" userId="39cfe6a8-4b0a-4a37-9701-ad6451978fb0" providerId="ADAL" clId="{60BBBE31-5157-4E99-9518-34CA38907C66}" dt="2026-04-10T05:19:00.429" v="460" actId="478"/>
          <ac:spMkLst>
            <pc:docMk/>
            <pc:sldMk cId="0" sldId="262"/>
            <ac:spMk id="2"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3"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4"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5"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6"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9"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18"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20"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31" creationId="{00000000-0000-0000-0000-000000000000}"/>
          </ac:spMkLst>
        </pc:spChg>
        <pc:spChg chg="del">
          <ac:chgData name="Rupinder Pal Singh" userId="39cfe6a8-4b0a-4a37-9701-ad6451978fb0" providerId="ADAL" clId="{60BBBE31-5157-4E99-9518-34CA38907C66}" dt="2026-04-10T05:19:00.429" v="460" actId="478"/>
          <ac:spMkLst>
            <pc:docMk/>
            <pc:sldMk cId="0" sldId="262"/>
            <ac:spMk id="35" creationId="{00000000-0000-0000-0000-000000000000}"/>
          </ac:spMkLst>
        </pc:spChg>
        <pc:spChg chg="del">
          <ac:chgData name="Rupinder Pal Singh" userId="39cfe6a8-4b0a-4a37-9701-ad6451978fb0" providerId="ADAL" clId="{60BBBE31-5157-4E99-9518-34CA38907C66}" dt="2026-04-10T04:41:45.833" v="389" actId="478"/>
          <ac:spMkLst>
            <pc:docMk/>
            <pc:sldMk cId="0" sldId="262"/>
            <ac:spMk id="40" creationId="{00000000-0000-0000-0000-000000000000}"/>
          </ac:spMkLst>
        </pc:spChg>
        <pc:spChg chg="add del mod">
          <ac:chgData name="Rupinder Pal Singh" userId="39cfe6a8-4b0a-4a37-9701-ad6451978fb0" providerId="ADAL" clId="{60BBBE31-5157-4E99-9518-34CA38907C66}" dt="2026-04-10T05:57:51.565" v="719" actId="478"/>
          <ac:spMkLst>
            <pc:docMk/>
            <pc:sldMk cId="0" sldId="262"/>
            <ac:spMk id="46" creationId="{8C6AA418-C943-4A6F-8952-74FCB0633445}"/>
          </ac:spMkLst>
        </pc:spChg>
        <pc:spChg chg="add del mod">
          <ac:chgData name="Rupinder Pal Singh" userId="39cfe6a8-4b0a-4a37-9701-ad6451978fb0" providerId="ADAL" clId="{60BBBE31-5157-4E99-9518-34CA38907C66}" dt="2026-04-10T05:57:51.565" v="719" actId="478"/>
          <ac:spMkLst>
            <pc:docMk/>
            <pc:sldMk cId="0" sldId="262"/>
            <ac:spMk id="47" creationId="{3F33E760-5647-6DFA-6F9F-85459C30CF11}"/>
          </ac:spMkLst>
        </pc:spChg>
        <pc:spChg chg="add del mod">
          <ac:chgData name="Rupinder Pal Singh" userId="39cfe6a8-4b0a-4a37-9701-ad6451978fb0" providerId="ADAL" clId="{60BBBE31-5157-4E99-9518-34CA38907C66}" dt="2026-04-10T05:57:51.565" v="719" actId="478"/>
          <ac:spMkLst>
            <pc:docMk/>
            <pc:sldMk cId="0" sldId="262"/>
            <ac:spMk id="57" creationId="{42E60BBD-52C1-5504-74D5-151BC1490589}"/>
          </ac:spMkLst>
        </pc:spChg>
        <pc:spChg chg="add del mod">
          <ac:chgData name="Rupinder Pal Singh" userId="39cfe6a8-4b0a-4a37-9701-ad6451978fb0" providerId="ADAL" clId="{60BBBE31-5157-4E99-9518-34CA38907C66}" dt="2026-04-10T05:57:51.565" v="719" actId="478"/>
          <ac:spMkLst>
            <pc:docMk/>
            <pc:sldMk cId="0" sldId="262"/>
            <ac:spMk id="58" creationId="{C7339E40-A119-496F-8FA4-892E1CFAB239}"/>
          </ac:spMkLst>
        </pc:spChg>
        <pc:spChg chg="add del mod">
          <ac:chgData name="Rupinder Pal Singh" userId="39cfe6a8-4b0a-4a37-9701-ad6451978fb0" providerId="ADAL" clId="{60BBBE31-5157-4E99-9518-34CA38907C66}" dt="2026-04-10T05:57:51.565" v="719" actId="478"/>
          <ac:spMkLst>
            <pc:docMk/>
            <pc:sldMk cId="0" sldId="262"/>
            <ac:spMk id="60" creationId="{BFD54DCD-69F6-DBEC-A825-BD86E906A00C}"/>
          </ac:spMkLst>
        </pc:spChg>
        <pc:spChg chg="add del mod">
          <ac:chgData name="Rupinder Pal Singh" userId="39cfe6a8-4b0a-4a37-9701-ad6451978fb0" providerId="ADAL" clId="{60BBBE31-5157-4E99-9518-34CA38907C66}" dt="2026-04-10T05:57:51.565" v="719" actId="478"/>
          <ac:spMkLst>
            <pc:docMk/>
            <pc:sldMk cId="0" sldId="262"/>
            <ac:spMk id="61" creationId="{14816EE8-D43E-69E2-9B0F-9E540A85C2E5}"/>
          </ac:spMkLst>
        </pc:spChg>
        <pc:spChg chg="add del mod">
          <ac:chgData name="Rupinder Pal Singh" userId="39cfe6a8-4b0a-4a37-9701-ad6451978fb0" providerId="ADAL" clId="{60BBBE31-5157-4E99-9518-34CA38907C66}" dt="2026-04-10T05:57:51.565" v="719" actId="478"/>
          <ac:spMkLst>
            <pc:docMk/>
            <pc:sldMk cId="0" sldId="262"/>
            <ac:spMk id="63" creationId="{0C6A6ED1-9C3C-62A0-87FD-4CF5ECFA6DCA}"/>
          </ac:spMkLst>
        </pc:spChg>
        <pc:spChg chg="add del mod">
          <ac:chgData name="Rupinder Pal Singh" userId="39cfe6a8-4b0a-4a37-9701-ad6451978fb0" providerId="ADAL" clId="{60BBBE31-5157-4E99-9518-34CA38907C66}" dt="2026-04-10T05:57:51.565" v="719" actId="478"/>
          <ac:spMkLst>
            <pc:docMk/>
            <pc:sldMk cId="0" sldId="262"/>
            <ac:spMk id="70" creationId="{DBA03BEC-B786-08A3-F6EA-51375B486D6D}"/>
          </ac:spMkLst>
        </pc:spChg>
        <pc:spChg chg="add del mod">
          <ac:chgData name="Rupinder Pal Singh" userId="39cfe6a8-4b0a-4a37-9701-ad6451978fb0" providerId="ADAL" clId="{60BBBE31-5157-4E99-9518-34CA38907C66}" dt="2026-04-10T05:57:51.565" v="719" actId="478"/>
          <ac:spMkLst>
            <pc:docMk/>
            <pc:sldMk cId="0" sldId="262"/>
            <ac:spMk id="71" creationId="{EB2304BA-B7CD-986C-3307-239E5E8E374C}"/>
          </ac:spMkLst>
        </pc:spChg>
        <pc:spChg chg="add del mod">
          <ac:chgData name="Rupinder Pal Singh" userId="39cfe6a8-4b0a-4a37-9701-ad6451978fb0" providerId="ADAL" clId="{60BBBE31-5157-4E99-9518-34CA38907C66}" dt="2026-04-10T05:57:51.565" v="719" actId="478"/>
          <ac:spMkLst>
            <pc:docMk/>
            <pc:sldMk cId="0" sldId="262"/>
            <ac:spMk id="74" creationId="{8A4293F0-8343-CC8E-B8CF-3F4A47738972}"/>
          </ac:spMkLst>
        </pc:spChg>
        <pc:spChg chg="add mod">
          <ac:chgData name="Rupinder Pal Singh" userId="39cfe6a8-4b0a-4a37-9701-ad6451978fb0" providerId="ADAL" clId="{60BBBE31-5157-4E99-9518-34CA38907C66}" dt="2026-04-10T05:57:51.926" v="720"/>
          <ac:spMkLst>
            <pc:docMk/>
            <pc:sldMk cId="0" sldId="262"/>
            <ac:spMk id="83" creationId="{2AA5DC01-51A2-E1E1-0B3B-EB418659C7A5}"/>
          </ac:spMkLst>
        </pc:spChg>
        <pc:spChg chg="add mod">
          <ac:chgData name="Rupinder Pal Singh" userId="39cfe6a8-4b0a-4a37-9701-ad6451978fb0" providerId="ADAL" clId="{60BBBE31-5157-4E99-9518-34CA38907C66}" dt="2026-04-10T05:57:51.926" v="720"/>
          <ac:spMkLst>
            <pc:docMk/>
            <pc:sldMk cId="0" sldId="262"/>
            <ac:spMk id="85" creationId="{F5A3E331-8DCC-B111-0DB6-557BB12049E9}"/>
          </ac:spMkLst>
        </pc:spChg>
        <pc:spChg chg="add mod">
          <ac:chgData name="Rupinder Pal Singh" userId="39cfe6a8-4b0a-4a37-9701-ad6451978fb0" providerId="ADAL" clId="{60BBBE31-5157-4E99-9518-34CA38907C66}" dt="2026-04-10T05:58:00.091" v="721" actId="14100"/>
          <ac:spMkLst>
            <pc:docMk/>
            <pc:sldMk cId="0" sldId="262"/>
            <ac:spMk id="86" creationId="{8829A72B-450F-51AB-0C3D-9819C62F6FBF}"/>
          </ac:spMkLst>
        </pc:spChg>
        <pc:spChg chg="add mod">
          <ac:chgData name="Rupinder Pal Singh" userId="39cfe6a8-4b0a-4a37-9701-ad6451978fb0" providerId="ADAL" clId="{60BBBE31-5157-4E99-9518-34CA38907C66}" dt="2026-04-10T05:57:51.926" v="720"/>
          <ac:spMkLst>
            <pc:docMk/>
            <pc:sldMk cId="0" sldId="262"/>
            <ac:spMk id="90" creationId="{4EB74A34-8EB7-C52C-7887-86222E6D5C56}"/>
          </ac:spMkLst>
        </pc:spChg>
        <pc:spChg chg="add mod">
          <ac:chgData name="Rupinder Pal Singh" userId="39cfe6a8-4b0a-4a37-9701-ad6451978fb0" providerId="ADAL" clId="{60BBBE31-5157-4E99-9518-34CA38907C66}" dt="2026-04-10T05:57:51.926" v="720"/>
          <ac:spMkLst>
            <pc:docMk/>
            <pc:sldMk cId="0" sldId="262"/>
            <ac:spMk id="93" creationId="{9EBCA40F-2F10-4F2D-A433-072240C835FE}"/>
          </ac:spMkLst>
        </pc:spChg>
        <pc:spChg chg="add mod">
          <ac:chgData name="Rupinder Pal Singh" userId="39cfe6a8-4b0a-4a37-9701-ad6451978fb0" providerId="ADAL" clId="{60BBBE31-5157-4E99-9518-34CA38907C66}" dt="2026-04-10T05:57:51.926" v="720"/>
          <ac:spMkLst>
            <pc:docMk/>
            <pc:sldMk cId="0" sldId="262"/>
            <ac:spMk id="100" creationId="{4D012D39-B827-DDD4-322D-19169B336049}"/>
          </ac:spMkLst>
        </pc:spChg>
        <pc:spChg chg="mod">
          <ac:chgData name="Rupinder Pal Singh" userId="39cfe6a8-4b0a-4a37-9701-ad6451978fb0" providerId="ADAL" clId="{60BBBE31-5157-4E99-9518-34CA38907C66}" dt="2026-04-10T05:58:03.350" v="722" actId="14100"/>
          <ac:spMkLst>
            <pc:docMk/>
            <pc:sldMk cId="0" sldId="262"/>
            <ac:spMk id="102" creationId="{5C5C91DF-CB98-8F34-2529-96FF235DE3DA}"/>
          </ac:spMkLst>
        </pc:spChg>
        <pc:spChg chg="add mod">
          <ac:chgData name="Rupinder Pal Singh" userId="39cfe6a8-4b0a-4a37-9701-ad6451978fb0" providerId="ADAL" clId="{60BBBE31-5157-4E99-9518-34CA38907C66}" dt="2026-04-10T05:57:51.926" v="720"/>
          <ac:spMkLst>
            <pc:docMk/>
            <pc:sldMk cId="0" sldId="262"/>
            <ac:spMk id="103" creationId="{7499DC27-C734-EC92-8F87-12F203A9D544}"/>
          </ac:spMkLst>
        </pc:spChg>
        <pc:spChg chg="add mod">
          <ac:chgData name="Rupinder Pal Singh" userId="39cfe6a8-4b0a-4a37-9701-ad6451978fb0" providerId="ADAL" clId="{60BBBE31-5157-4E99-9518-34CA38907C66}" dt="2026-04-10T05:57:51.926" v="720"/>
          <ac:spMkLst>
            <pc:docMk/>
            <pc:sldMk cId="0" sldId="262"/>
            <ac:spMk id="109" creationId="{FFB67286-1CF7-3F71-4FB1-B01913C0B661}"/>
          </ac:spMkLst>
        </pc:spChg>
        <pc:spChg chg="add mod">
          <ac:chgData name="Rupinder Pal Singh" userId="39cfe6a8-4b0a-4a37-9701-ad6451978fb0" providerId="ADAL" clId="{60BBBE31-5157-4E99-9518-34CA38907C66}" dt="2026-04-10T05:57:51.926" v="720"/>
          <ac:spMkLst>
            <pc:docMk/>
            <pc:sldMk cId="0" sldId="262"/>
            <ac:spMk id="114" creationId="{8566503D-FB6C-461F-EAA0-6FE70C21D889}"/>
          </ac:spMkLst>
        </pc:spChg>
        <pc:spChg chg="add mod">
          <ac:chgData name="Rupinder Pal Singh" userId="39cfe6a8-4b0a-4a37-9701-ad6451978fb0" providerId="ADAL" clId="{60BBBE31-5157-4E99-9518-34CA38907C66}" dt="2026-04-10T05:57:51.926" v="720"/>
          <ac:spMkLst>
            <pc:docMk/>
            <pc:sldMk cId="0" sldId="262"/>
            <ac:spMk id="116" creationId="{D13B6128-BAD7-480B-AB1D-56614D1F76D0}"/>
          </ac:spMkLst>
        </pc:spChg>
        <pc:spChg chg="del">
          <ac:chgData name="Rupinder Pal Singh" userId="39cfe6a8-4b0a-4a37-9701-ad6451978fb0" providerId="ADAL" clId="{60BBBE31-5157-4E99-9518-34CA38907C66}" dt="2026-04-10T05:59:07.069" v="723" actId="478"/>
          <ac:spMkLst>
            <pc:docMk/>
            <pc:sldMk cId="0" sldId="262"/>
            <ac:spMk id="118" creationId="{E8BCC920-8A59-5ECA-057A-2645947EF33D}"/>
          </ac:spMkLst>
        </pc:spChg>
      </pc:sldChg>
      <pc:sldChg chg="delSp modSp mod">
        <pc:chgData name="Rupinder Pal Singh" userId="39cfe6a8-4b0a-4a37-9701-ad6451978fb0" providerId="ADAL" clId="{60BBBE31-5157-4E99-9518-34CA38907C66}" dt="2026-04-10T04:41:51.351" v="390" actId="478"/>
        <pc:sldMkLst>
          <pc:docMk/>
          <pc:sldMk cId="0" sldId="263"/>
        </pc:sldMkLst>
        <pc:spChg chg="mod">
          <ac:chgData name="Rupinder Pal Singh" userId="39cfe6a8-4b0a-4a37-9701-ad6451978fb0" providerId="ADAL" clId="{60BBBE31-5157-4E99-9518-34CA38907C66}" dt="2026-04-10T04:28:32.380" v="150" actId="1035"/>
          <ac:spMkLst>
            <pc:docMk/>
            <pc:sldMk cId="0" sldId="263"/>
            <ac:spMk id="5" creationId="{00000000-0000-0000-0000-000000000000}"/>
          </ac:spMkLst>
        </pc:spChg>
        <pc:spChg chg="mod">
          <ac:chgData name="Rupinder Pal Singh" userId="39cfe6a8-4b0a-4a37-9701-ad6451978fb0" providerId="ADAL" clId="{60BBBE31-5157-4E99-9518-34CA38907C66}" dt="2026-04-10T04:28:27.745" v="142" actId="1035"/>
          <ac:spMkLst>
            <pc:docMk/>
            <pc:sldMk cId="0" sldId="263"/>
            <ac:spMk id="6" creationId="{00000000-0000-0000-0000-000000000000}"/>
          </ac:spMkLst>
        </pc:spChg>
        <pc:spChg chg="mod">
          <ac:chgData name="Rupinder Pal Singh" userId="39cfe6a8-4b0a-4a37-9701-ad6451978fb0" providerId="ADAL" clId="{60BBBE31-5157-4E99-9518-34CA38907C66}" dt="2026-04-10T04:28:36.675" v="158" actId="1036"/>
          <ac:spMkLst>
            <pc:docMk/>
            <pc:sldMk cId="0" sldId="263"/>
            <ac:spMk id="31" creationId="{00000000-0000-0000-0000-000000000000}"/>
          </ac:spMkLst>
        </pc:spChg>
        <pc:spChg chg="del">
          <ac:chgData name="Rupinder Pal Singh" userId="39cfe6a8-4b0a-4a37-9701-ad6451978fb0" providerId="ADAL" clId="{60BBBE31-5157-4E99-9518-34CA38907C66}" dt="2026-04-10T04:41:51.351" v="390" actId="478"/>
          <ac:spMkLst>
            <pc:docMk/>
            <pc:sldMk cId="0" sldId="263"/>
            <ac:spMk id="32" creationId="{00000000-0000-0000-0000-000000000000}"/>
          </ac:spMkLst>
        </pc:spChg>
      </pc:sldChg>
      <pc:sldChg chg="delSp mod">
        <pc:chgData name="Rupinder Pal Singh" userId="39cfe6a8-4b0a-4a37-9701-ad6451978fb0" providerId="ADAL" clId="{60BBBE31-5157-4E99-9518-34CA38907C66}" dt="2026-04-10T04:41:56.236" v="391" actId="478"/>
        <pc:sldMkLst>
          <pc:docMk/>
          <pc:sldMk cId="0" sldId="264"/>
        </pc:sldMkLst>
        <pc:spChg chg="del">
          <ac:chgData name="Rupinder Pal Singh" userId="39cfe6a8-4b0a-4a37-9701-ad6451978fb0" providerId="ADAL" clId="{60BBBE31-5157-4E99-9518-34CA38907C66}" dt="2026-04-10T04:41:56.236" v="391" actId="478"/>
          <ac:spMkLst>
            <pc:docMk/>
            <pc:sldMk cId="0" sldId="264"/>
            <ac:spMk id="36" creationId="{00000000-0000-0000-0000-000000000000}"/>
          </ac:spMkLst>
        </pc:spChg>
      </pc:sldChg>
      <pc:sldChg chg="delSp mod">
        <pc:chgData name="Rupinder Pal Singh" userId="39cfe6a8-4b0a-4a37-9701-ad6451978fb0" providerId="ADAL" clId="{60BBBE31-5157-4E99-9518-34CA38907C66}" dt="2026-04-10T05:59:12.878" v="724" actId="478"/>
        <pc:sldMkLst>
          <pc:docMk/>
          <pc:sldMk cId="0" sldId="265"/>
        </pc:sldMkLst>
        <pc:spChg chg="del">
          <ac:chgData name="Rupinder Pal Singh" userId="39cfe6a8-4b0a-4a37-9701-ad6451978fb0" providerId="ADAL" clId="{60BBBE31-5157-4E99-9518-34CA38907C66}" dt="2026-04-10T05:59:12.878" v="724" actId="478"/>
          <ac:spMkLst>
            <pc:docMk/>
            <pc:sldMk cId="0" sldId="265"/>
            <ac:spMk id="30" creationId="{00000000-0000-0000-0000-000000000000}"/>
          </ac:spMkLst>
        </pc:spChg>
      </pc:sldChg>
      <pc:sldChg chg="delSp mod">
        <pc:chgData name="Rupinder Pal Singh" userId="39cfe6a8-4b0a-4a37-9701-ad6451978fb0" providerId="ADAL" clId="{60BBBE31-5157-4E99-9518-34CA38907C66}" dt="2026-04-10T05:59:14.812" v="725" actId="478"/>
        <pc:sldMkLst>
          <pc:docMk/>
          <pc:sldMk cId="0" sldId="266"/>
        </pc:sldMkLst>
        <pc:spChg chg="del">
          <ac:chgData name="Rupinder Pal Singh" userId="39cfe6a8-4b0a-4a37-9701-ad6451978fb0" providerId="ADAL" clId="{60BBBE31-5157-4E99-9518-34CA38907C66}" dt="2026-04-10T05:59:14.812" v="725" actId="478"/>
          <ac:spMkLst>
            <pc:docMk/>
            <pc:sldMk cId="0" sldId="266"/>
            <ac:spMk id="31" creationId="{00000000-0000-0000-0000-000000000000}"/>
          </ac:spMkLst>
        </pc:spChg>
      </pc:sldChg>
      <pc:sldChg chg="del">
        <pc:chgData name="Rupinder Pal Singh" userId="39cfe6a8-4b0a-4a37-9701-ad6451978fb0" providerId="ADAL" clId="{60BBBE31-5157-4E99-9518-34CA38907C66}" dt="2026-04-10T04:31:27.699" v="164" actId="47"/>
        <pc:sldMkLst>
          <pc:docMk/>
          <pc:sldMk cId="0" sldId="267"/>
        </pc:sldMkLst>
      </pc:sldChg>
      <pc:sldChg chg="delSp modSp mod">
        <pc:chgData name="Rupinder Pal Singh" userId="39cfe6a8-4b0a-4a37-9701-ad6451978fb0" providerId="ADAL" clId="{60BBBE31-5157-4E99-9518-34CA38907C66}" dt="2026-04-10T05:59:19.115" v="726" actId="478"/>
        <pc:sldMkLst>
          <pc:docMk/>
          <pc:sldMk cId="0" sldId="268"/>
        </pc:sldMkLst>
        <pc:spChg chg="mod">
          <ac:chgData name="Rupinder Pal Singh" userId="39cfe6a8-4b0a-4a37-9701-ad6451978fb0" providerId="ADAL" clId="{60BBBE31-5157-4E99-9518-34CA38907C66}" dt="2026-04-10T04:15:26.035" v="66" actId="20577"/>
          <ac:spMkLst>
            <pc:docMk/>
            <pc:sldMk cId="0" sldId="268"/>
            <ac:spMk id="8" creationId="{00000000-0000-0000-0000-000000000000}"/>
          </ac:spMkLst>
        </pc:spChg>
        <pc:spChg chg="mod">
          <ac:chgData name="Rupinder Pal Singh" userId="39cfe6a8-4b0a-4a37-9701-ad6451978fb0" providerId="ADAL" clId="{60BBBE31-5157-4E99-9518-34CA38907C66}" dt="2026-04-10T04:15:32.647" v="86" actId="20577"/>
          <ac:spMkLst>
            <pc:docMk/>
            <pc:sldMk cId="0" sldId="268"/>
            <ac:spMk id="12" creationId="{00000000-0000-0000-0000-000000000000}"/>
          </ac:spMkLst>
        </pc:spChg>
        <pc:spChg chg="mod">
          <ac:chgData name="Rupinder Pal Singh" userId="39cfe6a8-4b0a-4a37-9701-ad6451978fb0" providerId="ADAL" clId="{60BBBE31-5157-4E99-9518-34CA38907C66}" dt="2026-04-10T04:14:54.824" v="52" actId="20577"/>
          <ac:spMkLst>
            <pc:docMk/>
            <pc:sldMk cId="0" sldId="268"/>
            <ac:spMk id="16" creationId="{00000000-0000-0000-0000-000000000000}"/>
          </ac:spMkLst>
        </pc:spChg>
        <pc:spChg chg="mod">
          <ac:chgData name="Rupinder Pal Singh" userId="39cfe6a8-4b0a-4a37-9701-ad6451978fb0" providerId="ADAL" clId="{60BBBE31-5157-4E99-9518-34CA38907C66}" dt="2026-04-10T04:15:04.601" v="56" actId="20577"/>
          <ac:spMkLst>
            <pc:docMk/>
            <pc:sldMk cId="0" sldId="268"/>
            <ac:spMk id="20" creationId="{00000000-0000-0000-0000-000000000000}"/>
          </ac:spMkLst>
        </pc:spChg>
        <pc:spChg chg="del">
          <ac:chgData name="Rupinder Pal Singh" userId="39cfe6a8-4b0a-4a37-9701-ad6451978fb0" providerId="ADAL" clId="{60BBBE31-5157-4E99-9518-34CA38907C66}" dt="2026-04-10T05:59:19.115" v="726" actId="478"/>
          <ac:spMkLst>
            <pc:docMk/>
            <pc:sldMk cId="0" sldId="268"/>
            <ac:spMk id="22" creationId="{00000000-0000-0000-0000-000000000000}"/>
          </ac:spMkLst>
        </pc:spChg>
      </pc:sldChg>
      <pc:sldChg chg="modSp mod">
        <pc:chgData name="Rupinder Pal Singh" userId="39cfe6a8-4b0a-4a37-9701-ad6451978fb0" providerId="ADAL" clId="{60BBBE31-5157-4E99-9518-34CA38907C66}" dt="2026-04-10T04:34:41.489" v="201" actId="20577"/>
        <pc:sldMkLst>
          <pc:docMk/>
          <pc:sldMk cId="0" sldId="269"/>
        </pc:sldMkLst>
        <pc:spChg chg="mod">
          <ac:chgData name="Rupinder Pal Singh" userId="39cfe6a8-4b0a-4a37-9701-ad6451978fb0" providerId="ADAL" clId="{60BBBE31-5157-4E99-9518-34CA38907C66}" dt="2026-04-10T04:34:41.489" v="201" actId="20577"/>
          <ac:spMkLst>
            <pc:docMk/>
            <pc:sldMk cId="0" sldId="269"/>
            <ac:spMk id="3" creationId="{00000000-0000-0000-0000-000000000000}"/>
          </ac:spMkLst>
        </pc:spChg>
        <pc:spChg chg="mod">
          <ac:chgData name="Rupinder Pal Singh" userId="39cfe6a8-4b0a-4a37-9701-ad6451978fb0" providerId="ADAL" clId="{60BBBE31-5157-4E99-9518-34CA38907C66}" dt="2026-04-10T04:17:00.398" v="87" actId="1076"/>
          <ac:spMkLst>
            <pc:docMk/>
            <pc:sldMk cId="0" sldId="269"/>
            <ac:spMk id="65" creationId="{00000000-0000-0000-0000-000000000000}"/>
          </ac:spMkLst>
        </pc:spChg>
      </pc:sldChg>
      <pc:sldChg chg="delSp modSp mod">
        <pc:chgData name="Rupinder Pal Singh" userId="39cfe6a8-4b0a-4a37-9701-ad6451978fb0" providerId="ADAL" clId="{60BBBE31-5157-4E99-9518-34CA38907C66}" dt="2026-04-10T05:59:21.289" v="727" actId="478"/>
        <pc:sldMkLst>
          <pc:docMk/>
          <pc:sldMk cId="0" sldId="270"/>
        </pc:sldMkLst>
        <pc:spChg chg="mod">
          <ac:chgData name="Rupinder Pal Singh" userId="39cfe6a8-4b0a-4a37-9701-ad6451978fb0" providerId="ADAL" clId="{60BBBE31-5157-4E99-9518-34CA38907C66}" dt="2026-04-10T04:34:50.989" v="204" actId="20577"/>
          <ac:spMkLst>
            <pc:docMk/>
            <pc:sldMk cId="0" sldId="270"/>
            <ac:spMk id="4" creationId="{00000000-0000-0000-0000-000000000000}"/>
          </ac:spMkLst>
        </pc:spChg>
        <pc:spChg chg="mod">
          <ac:chgData name="Rupinder Pal Singh" userId="39cfe6a8-4b0a-4a37-9701-ad6451978fb0" providerId="ADAL" clId="{60BBBE31-5157-4E99-9518-34CA38907C66}" dt="2026-04-10T04:17:23.318" v="89" actId="20577"/>
          <ac:spMkLst>
            <pc:docMk/>
            <pc:sldMk cId="0" sldId="270"/>
            <ac:spMk id="6" creationId="{00000000-0000-0000-0000-000000000000}"/>
          </ac:spMkLst>
        </pc:spChg>
        <pc:spChg chg="del">
          <ac:chgData name="Rupinder Pal Singh" userId="39cfe6a8-4b0a-4a37-9701-ad6451978fb0" providerId="ADAL" clId="{60BBBE31-5157-4E99-9518-34CA38907C66}" dt="2026-04-10T05:59:21.289" v="727" actId="478"/>
          <ac:spMkLst>
            <pc:docMk/>
            <pc:sldMk cId="0" sldId="270"/>
            <ac:spMk id="7" creationId="{00000000-0000-0000-0000-000000000000}"/>
          </ac:spMkLst>
        </pc:spChg>
      </pc:sldChg>
      <pc:sldChg chg="addSp delSp modSp mod ord">
        <pc:chgData name="Rupinder Pal Singh" userId="39cfe6a8-4b0a-4a37-9701-ad6451978fb0" providerId="ADAL" clId="{60BBBE31-5157-4E99-9518-34CA38907C66}" dt="2026-04-10T04:33:20.029" v="169"/>
        <pc:sldMkLst>
          <pc:docMk/>
          <pc:sldMk cId="0" sldId="271"/>
        </pc:sldMkLst>
        <pc:spChg chg="del">
          <ac:chgData name="Rupinder Pal Singh" userId="39cfe6a8-4b0a-4a37-9701-ad6451978fb0" providerId="ADAL" clId="{60BBBE31-5157-4E99-9518-34CA38907C66}" dt="2026-04-10T04:33:12.880" v="168" actId="478"/>
          <ac:spMkLst>
            <pc:docMk/>
            <pc:sldMk cId="0" sldId="271"/>
            <ac:spMk id="5"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6"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8"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10"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14"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15"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20"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23" creationId="{00000000-0000-0000-0000-000000000000}"/>
          </ac:spMkLst>
        </pc:spChg>
        <pc:spChg chg="del mod">
          <ac:chgData name="Rupinder Pal Singh" userId="39cfe6a8-4b0a-4a37-9701-ad6451978fb0" providerId="ADAL" clId="{60BBBE31-5157-4E99-9518-34CA38907C66}" dt="2026-04-10T04:33:12.880" v="168" actId="478"/>
          <ac:spMkLst>
            <pc:docMk/>
            <pc:sldMk cId="0" sldId="271"/>
            <ac:spMk id="25" creationId="{00000000-0000-0000-0000-000000000000}"/>
          </ac:spMkLst>
        </pc:spChg>
        <pc:spChg chg="del">
          <ac:chgData name="Rupinder Pal Singh" userId="39cfe6a8-4b0a-4a37-9701-ad6451978fb0" providerId="ADAL" clId="{60BBBE31-5157-4E99-9518-34CA38907C66}" dt="2026-04-10T04:33:12.880" v="168" actId="478"/>
          <ac:spMkLst>
            <pc:docMk/>
            <pc:sldMk cId="0" sldId="271"/>
            <ac:spMk id="26" creationId="{00000000-0000-0000-0000-000000000000}"/>
          </ac:spMkLst>
        </pc:spChg>
        <pc:spChg chg="add mod">
          <ac:chgData name="Rupinder Pal Singh" userId="39cfe6a8-4b0a-4a37-9701-ad6451978fb0" providerId="ADAL" clId="{60BBBE31-5157-4E99-9518-34CA38907C66}" dt="2026-04-10T04:33:20.029" v="169"/>
          <ac:spMkLst>
            <pc:docMk/>
            <pc:sldMk cId="0" sldId="271"/>
            <ac:spMk id="27" creationId="{FF2BA407-6231-120D-CBF5-13C68CE15B30}"/>
          </ac:spMkLst>
        </pc:spChg>
        <pc:spChg chg="add mod">
          <ac:chgData name="Rupinder Pal Singh" userId="39cfe6a8-4b0a-4a37-9701-ad6451978fb0" providerId="ADAL" clId="{60BBBE31-5157-4E99-9518-34CA38907C66}" dt="2026-04-10T04:33:20.029" v="169"/>
          <ac:spMkLst>
            <pc:docMk/>
            <pc:sldMk cId="0" sldId="271"/>
            <ac:spMk id="28" creationId="{D6511FC5-1D75-1DE3-19B7-F9269BD82CD1}"/>
          </ac:spMkLst>
        </pc:spChg>
        <pc:spChg chg="add mod">
          <ac:chgData name="Rupinder Pal Singh" userId="39cfe6a8-4b0a-4a37-9701-ad6451978fb0" providerId="ADAL" clId="{60BBBE31-5157-4E99-9518-34CA38907C66}" dt="2026-04-10T04:33:20.029" v="169"/>
          <ac:spMkLst>
            <pc:docMk/>
            <pc:sldMk cId="0" sldId="271"/>
            <ac:spMk id="33" creationId="{78600203-51F0-0EB0-ED0C-AF6B13AAE470}"/>
          </ac:spMkLst>
        </pc:spChg>
        <pc:spChg chg="add mod">
          <ac:chgData name="Rupinder Pal Singh" userId="39cfe6a8-4b0a-4a37-9701-ad6451978fb0" providerId="ADAL" clId="{60BBBE31-5157-4E99-9518-34CA38907C66}" dt="2026-04-10T04:33:20.029" v="169"/>
          <ac:spMkLst>
            <pc:docMk/>
            <pc:sldMk cId="0" sldId="271"/>
            <ac:spMk id="39" creationId="{443F0234-BCFD-62A3-1D15-02E217E9A178}"/>
          </ac:spMkLst>
        </pc:spChg>
        <pc:spChg chg="add mod">
          <ac:chgData name="Rupinder Pal Singh" userId="39cfe6a8-4b0a-4a37-9701-ad6451978fb0" providerId="ADAL" clId="{60BBBE31-5157-4E99-9518-34CA38907C66}" dt="2026-04-10T04:33:20.029" v="169"/>
          <ac:spMkLst>
            <pc:docMk/>
            <pc:sldMk cId="0" sldId="271"/>
            <ac:spMk id="40" creationId="{BB3B7E2A-0978-EA4E-AB4D-910EFE13F2B6}"/>
          </ac:spMkLst>
        </pc:spChg>
        <pc:spChg chg="add mod">
          <ac:chgData name="Rupinder Pal Singh" userId="39cfe6a8-4b0a-4a37-9701-ad6451978fb0" providerId="ADAL" clId="{60BBBE31-5157-4E99-9518-34CA38907C66}" dt="2026-04-10T04:33:20.029" v="169"/>
          <ac:spMkLst>
            <pc:docMk/>
            <pc:sldMk cId="0" sldId="271"/>
            <ac:spMk id="41" creationId="{6B674C40-FC59-379C-2460-009EB82AEB34}"/>
          </ac:spMkLst>
        </pc:spChg>
        <pc:spChg chg="add mod">
          <ac:chgData name="Rupinder Pal Singh" userId="39cfe6a8-4b0a-4a37-9701-ad6451978fb0" providerId="ADAL" clId="{60BBBE31-5157-4E99-9518-34CA38907C66}" dt="2026-04-10T04:33:20.029" v="169"/>
          <ac:spMkLst>
            <pc:docMk/>
            <pc:sldMk cId="0" sldId="271"/>
            <ac:spMk id="42" creationId="{05579BAA-30C9-A3FC-2781-175E653DF7ED}"/>
          </ac:spMkLst>
        </pc:spChg>
        <pc:spChg chg="add mod">
          <ac:chgData name="Rupinder Pal Singh" userId="39cfe6a8-4b0a-4a37-9701-ad6451978fb0" providerId="ADAL" clId="{60BBBE31-5157-4E99-9518-34CA38907C66}" dt="2026-04-10T04:33:20.029" v="169"/>
          <ac:spMkLst>
            <pc:docMk/>
            <pc:sldMk cId="0" sldId="271"/>
            <ac:spMk id="48" creationId="{43A3EB18-F964-0FDF-F042-F71E6EE327C2}"/>
          </ac:spMkLst>
        </pc:spChg>
        <pc:spChg chg="add mod">
          <ac:chgData name="Rupinder Pal Singh" userId="39cfe6a8-4b0a-4a37-9701-ad6451978fb0" providerId="ADAL" clId="{60BBBE31-5157-4E99-9518-34CA38907C66}" dt="2026-04-10T04:33:20.029" v="169"/>
          <ac:spMkLst>
            <pc:docMk/>
            <pc:sldMk cId="0" sldId="271"/>
            <ac:spMk id="49" creationId="{0D075783-0E58-54B2-52D1-D8F19E61A29B}"/>
          </ac:spMkLst>
        </pc:spChg>
        <pc:spChg chg="add mod">
          <ac:chgData name="Rupinder Pal Singh" userId="39cfe6a8-4b0a-4a37-9701-ad6451978fb0" providerId="ADAL" clId="{60BBBE31-5157-4E99-9518-34CA38907C66}" dt="2026-04-10T04:33:20.029" v="169"/>
          <ac:spMkLst>
            <pc:docMk/>
            <pc:sldMk cId="0" sldId="271"/>
            <ac:spMk id="53" creationId="{EF47FF0D-DA7E-FDBB-73B8-578EEEBBB8AE}"/>
          </ac:spMkLst>
        </pc:spChg>
      </pc:sldChg>
      <pc:sldChg chg="delSp modSp mod">
        <pc:chgData name="Rupinder Pal Singh" userId="39cfe6a8-4b0a-4a37-9701-ad6451978fb0" providerId="ADAL" clId="{60BBBE31-5157-4E99-9518-34CA38907C66}" dt="2026-04-10T05:59:27.289" v="731" actId="478"/>
        <pc:sldMkLst>
          <pc:docMk/>
          <pc:sldMk cId="0" sldId="272"/>
        </pc:sldMkLst>
        <pc:spChg chg="mod">
          <ac:chgData name="Rupinder Pal Singh" userId="39cfe6a8-4b0a-4a37-9701-ad6451978fb0" providerId="ADAL" clId="{60BBBE31-5157-4E99-9518-34CA38907C66}" dt="2026-04-10T04:39:01.807" v="380" actId="6549"/>
          <ac:spMkLst>
            <pc:docMk/>
            <pc:sldMk cId="0" sldId="272"/>
            <ac:spMk id="7" creationId="{00000000-0000-0000-0000-000000000000}"/>
          </ac:spMkLst>
        </pc:spChg>
        <pc:spChg chg="mod">
          <ac:chgData name="Rupinder Pal Singh" userId="39cfe6a8-4b0a-4a37-9701-ad6451978fb0" providerId="ADAL" clId="{60BBBE31-5157-4E99-9518-34CA38907C66}" dt="2026-04-10T04:37:57.178" v="300" actId="20577"/>
          <ac:spMkLst>
            <pc:docMk/>
            <pc:sldMk cId="0" sldId="272"/>
            <ac:spMk id="10" creationId="{00000000-0000-0000-0000-000000000000}"/>
          </ac:spMkLst>
        </pc:spChg>
        <pc:spChg chg="del">
          <ac:chgData name="Rupinder Pal Singh" userId="39cfe6a8-4b0a-4a37-9701-ad6451978fb0" providerId="ADAL" clId="{60BBBE31-5157-4E99-9518-34CA38907C66}" dt="2026-04-10T05:59:27.289" v="731" actId="478"/>
          <ac:spMkLst>
            <pc:docMk/>
            <pc:sldMk cId="0" sldId="272"/>
            <ac:spMk id="12" creationId="{00000000-0000-0000-0000-000000000000}"/>
          </ac:spMkLst>
        </pc:spChg>
      </pc:sldChg>
      <pc:sldChg chg="delSp modSp mod ord">
        <pc:chgData name="Rupinder Pal Singh" userId="39cfe6a8-4b0a-4a37-9701-ad6451978fb0" providerId="ADAL" clId="{60BBBE31-5157-4E99-9518-34CA38907C66}" dt="2026-04-10T05:59:24.500" v="729" actId="478"/>
        <pc:sldMkLst>
          <pc:docMk/>
          <pc:sldMk cId="0" sldId="273"/>
        </pc:sldMkLst>
        <pc:spChg chg="mod">
          <ac:chgData name="Rupinder Pal Singh" userId="39cfe6a8-4b0a-4a37-9701-ad6451978fb0" providerId="ADAL" clId="{60BBBE31-5157-4E99-9518-34CA38907C66}" dt="2026-04-10T04:19:04.975" v="95" actId="1076"/>
          <ac:spMkLst>
            <pc:docMk/>
            <pc:sldMk cId="0" sldId="273"/>
            <ac:spMk id="33" creationId="{00000000-0000-0000-0000-000000000000}"/>
          </ac:spMkLst>
        </pc:spChg>
        <pc:spChg chg="del">
          <ac:chgData name="Rupinder Pal Singh" userId="39cfe6a8-4b0a-4a37-9701-ad6451978fb0" providerId="ADAL" clId="{60BBBE31-5157-4E99-9518-34CA38907C66}" dt="2026-04-10T05:59:24.500" v="729" actId="478"/>
          <ac:spMkLst>
            <pc:docMk/>
            <pc:sldMk cId="0" sldId="273"/>
            <ac:spMk id="34" creationId="{00000000-0000-0000-0000-000000000000}"/>
          </ac:spMkLst>
        </pc:spChg>
      </pc:sldChg>
      <pc:sldChg chg="delSp mod ord">
        <pc:chgData name="Rupinder Pal Singh" userId="39cfe6a8-4b0a-4a37-9701-ad6451978fb0" providerId="ADAL" clId="{60BBBE31-5157-4E99-9518-34CA38907C66}" dt="2026-04-10T05:59:25.911" v="730" actId="478"/>
        <pc:sldMkLst>
          <pc:docMk/>
          <pc:sldMk cId="0" sldId="274"/>
        </pc:sldMkLst>
        <pc:spChg chg="del">
          <ac:chgData name="Rupinder Pal Singh" userId="39cfe6a8-4b0a-4a37-9701-ad6451978fb0" providerId="ADAL" clId="{60BBBE31-5157-4E99-9518-34CA38907C66}" dt="2026-04-10T05:59:25.911" v="730" actId="478"/>
          <ac:spMkLst>
            <pc:docMk/>
            <pc:sldMk cId="0" sldId="274"/>
            <ac:spMk id="15" creationId="{00000000-0000-0000-0000-000000000000}"/>
          </ac:spMkLst>
        </pc:spChg>
      </pc:sldChg>
      <pc:sldChg chg="delSp modSp mod">
        <pc:chgData name="Rupinder Pal Singh" userId="39cfe6a8-4b0a-4a37-9701-ad6451978fb0" providerId="ADAL" clId="{60BBBE31-5157-4E99-9518-34CA38907C66}" dt="2026-04-10T05:59:28.614" v="732" actId="478"/>
        <pc:sldMkLst>
          <pc:docMk/>
          <pc:sldMk cId="0" sldId="275"/>
        </pc:sldMkLst>
        <pc:spChg chg="mod">
          <ac:chgData name="Rupinder Pal Singh" userId="39cfe6a8-4b0a-4a37-9701-ad6451978fb0" providerId="ADAL" clId="{60BBBE31-5157-4E99-9518-34CA38907C66}" dt="2026-04-10T04:39:50.970" v="381" actId="14100"/>
          <ac:spMkLst>
            <pc:docMk/>
            <pc:sldMk cId="0" sldId="275"/>
            <ac:spMk id="36" creationId="{00000000-0000-0000-0000-000000000000}"/>
          </ac:spMkLst>
        </pc:spChg>
        <pc:spChg chg="del">
          <ac:chgData name="Rupinder Pal Singh" userId="39cfe6a8-4b0a-4a37-9701-ad6451978fb0" providerId="ADAL" clId="{60BBBE31-5157-4E99-9518-34CA38907C66}" dt="2026-04-10T05:59:28.614" v="732" actId="478"/>
          <ac:spMkLst>
            <pc:docMk/>
            <pc:sldMk cId="0" sldId="275"/>
            <ac:spMk id="41" creationId="{00000000-0000-0000-0000-000000000000}"/>
          </ac:spMkLst>
        </pc:spChg>
      </pc:sldChg>
      <pc:sldChg chg="delSp mod">
        <pc:chgData name="Rupinder Pal Singh" userId="39cfe6a8-4b0a-4a37-9701-ad6451978fb0" providerId="ADAL" clId="{60BBBE31-5157-4E99-9518-34CA38907C66}" dt="2026-04-10T05:59:29.910" v="733" actId="478"/>
        <pc:sldMkLst>
          <pc:docMk/>
          <pc:sldMk cId="0" sldId="276"/>
        </pc:sldMkLst>
        <pc:spChg chg="del">
          <ac:chgData name="Rupinder Pal Singh" userId="39cfe6a8-4b0a-4a37-9701-ad6451978fb0" providerId="ADAL" clId="{60BBBE31-5157-4E99-9518-34CA38907C66}" dt="2026-04-10T05:59:29.910" v="733" actId="478"/>
          <ac:spMkLst>
            <pc:docMk/>
            <pc:sldMk cId="0" sldId="276"/>
            <ac:spMk id="20" creationId="{00000000-0000-0000-0000-000000000000}"/>
          </ac:spMkLst>
        </pc:spChg>
      </pc:sldChg>
      <pc:sldChg chg="delSp modSp mod">
        <pc:chgData name="Rupinder Pal Singh" userId="39cfe6a8-4b0a-4a37-9701-ad6451978fb0" providerId="ADAL" clId="{60BBBE31-5157-4E99-9518-34CA38907C66}" dt="2026-04-10T05:59:31.424" v="734" actId="478"/>
        <pc:sldMkLst>
          <pc:docMk/>
          <pc:sldMk cId="0" sldId="277"/>
        </pc:sldMkLst>
        <pc:spChg chg="mod">
          <ac:chgData name="Rupinder Pal Singh" userId="39cfe6a8-4b0a-4a37-9701-ad6451978fb0" providerId="ADAL" clId="{60BBBE31-5157-4E99-9518-34CA38907C66}" dt="2026-04-10T04:24:54.812" v="117" actId="20577"/>
          <ac:spMkLst>
            <pc:docMk/>
            <pc:sldMk cId="0" sldId="277"/>
            <ac:spMk id="10" creationId="{00000000-0000-0000-0000-000000000000}"/>
          </ac:spMkLst>
        </pc:spChg>
        <pc:spChg chg="del">
          <ac:chgData name="Rupinder Pal Singh" userId="39cfe6a8-4b0a-4a37-9701-ad6451978fb0" providerId="ADAL" clId="{60BBBE31-5157-4E99-9518-34CA38907C66}" dt="2026-04-10T05:59:31.424" v="734" actId="478"/>
          <ac:spMkLst>
            <pc:docMk/>
            <pc:sldMk cId="0" sldId="277"/>
            <ac:spMk id="12" creationId="{00000000-0000-0000-0000-000000000000}"/>
          </ac:spMkLst>
        </pc:spChg>
      </pc:sldChg>
      <pc:sldChg chg="delSp mod">
        <pc:chgData name="Rupinder Pal Singh" userId="39cfe6a8-4b0a-4a37-9701-ad6451978fb0" providerId="ADAL" clId="{60BBBE31-5157-4E99-9518-34CA38907C66}" dt="2026-04-10T05:59:32.903" v="735" actId="478"/>
        <pc:sldMkLst>
          <pc:docMk/>
          <pc:sldMk cId="0" sldId="278"/>
        </pc:sldMkLst>
        <pc:spChg chg="del">
          <ac:chgData name="Rupinder Pal Singh" userId="39cfe6a8-4b0a-4a37-9701-ad6451978fb0" providerId="ADAL" clId="{60BBBE31-5157-4E99-9518-34CA38907C66}" dt="2026-04-10T05:59:32.903" v="735" actId="478"/>
          <ac:spMkLst>
            <pc:docMk/>
            <pc:sldMk cId="0" sldId="278"/>
            <ac:spMk id="21" creationId="{00000000-0000-0000-0000-000000000000}"/>
          </ac:spMkLst>
        </pc:spChg>
      </pc:sldChg>
      <pc:sldChg chg="delSp mod ord">
        <pc:chgData name="Rupinder Pal Singh" userId="39cfe6a8-4b0a-4a37-9701-ad6451978fb0" providerId="ADAL" clId="{60BBBE31-5157-4E99-9518-34CA38907C66}" dt="2026-04-10T05:59:22.975" v="728" actId="478"/>
        <pc:sldMkLst>
          <pc:docMk/>
          <pc:sldMk cId="0" sldId="279"/>
        </pc:sldMkLst>
        <pc:spChg chg="del">
          <ac:chgData name="Rupinder Pal Singh" userId="39cfe6a8-4b0a-4a37-9701-ad6451978fb0" providerId="ADAL" clId="{60BBBE31-5157-4E99-9518-34CA38907C66}" dt="2026-04-10T05:59:22.975" v="728" actId="478"/>
          <ac:spMkLst>
            <pc:docMk/>
            <pc:sldMk cId="0" sldId="279"/>
            <ac:spMk id="25" creationId="{00000000-0000-0000-0000-000000000000}"/>
          </ac:spMkLst>
        </pc:spChg>
      </pc:sldChg>
      <pc:sldChg chg="delSp mod">
        <pc:chgData name="Rupinder Pal Singh" userId="39cfe6a8-4b0a-4a37-9701-ad6451978fb0" providerId="ADAL" clId="{60BBBE31-5157-4E99-9518-34CA38907C66}" dt="2026-04-10T05:59:34.182" v="736" actId="478"/>
        <pc:sldMkLst>
          <pc:docMk/>
          <pc:sldMk cId="0" sldId="280"/>
        </pc:sldMkLst>
        <pc:spChg chg="del">
          <ac:chgData name="Rupinder Pal Singh" userId="39cfe6a8-4b0a-4a37-9701-ad6451978fb0" providerId="ADAL" clId="{60BBBE31-5157-4E99-9518-34CA38907C66}" dt="2026-04-10T05:59:34.182" v="736" actId="478"/>
          <ac:spMkLst>
            <pc:docMk/>
            <pc:sldMk cId="0" sldId="280"/>
            <ac:spMk id="18" creationId="{00000000-0000-0000-0000-000000000000}"/>
          </ac:spMkLst>
        </pc:spChg>
      </pc:sldChg>
      <pc:sldChg chg="delSp modSp mod">
        <pc:chgData name="Rupinder Pal Singh" userId="39cfe6a8-4b0a-4a37-9701-ad6451978fb0" providerId="ADAL" clId="{60BBBE31-5157-4E99-9518-34CA38907C66}" dt="2026-04-10T05:59:35.357" v="737" actId="478"/>
        <pc:sldMkLst>
          <pc:docMk/>
          <pc:sldMk cId="0" sldId="281"/>
        </pc:sldMkLst>
        <pc:spChg chg="mod">
          <ac:chgData name="Rupinder Pal Singh" userId="39cfe6a8-4b0a-4a37-9701-ad6451978fb0" providerId="ADAL" clId="{60BBBE31-5157-4E99-9518-34CA38907C66}" dt="2026-04-10T04:37:08.371" v="212" actId="20577"/>
          <ac:spMkLst>
            <pc:docMk/>
            <pc:sldMk cId="0" sldId="281"/>
            <ac:spMk id="13" creationId="{00000000-0000-0000-0000-000000000000}"/>
          </ac:spMkLst>
        </pc:spChg>
        <pc:spChg chg="del">
          <ac:chgData name="Rupinder Pal Singh" userId="39cfe6a8-4b0a-4a37-9701-ad6451978fb0" providerId="ADAL" clId="{60BBBE31-5157-4E99-9518-34CA38907C66}" dt="2026-04-10T05:59:35.357" v="737" actId="478"/>
          <ac:spMkLst>
            <pc:docMk/>
            <pc:sldMk cId="0" sldId="281"/>
            <ac:spMk id="14" creationId="{00000000-0000-0000-0000-000000000000}"/>
          </ac:spMkLst>
        </pc:spChg>
      </pc:sldChg>
      <pc:sldChg chg="del">
        <pc:chgData name="Rupinder Pal Singh" userId="39cfe6a8-4b0a-4a37-9701-ad6451978fb0" providerId="ADAL" clId="{60BBBE31-5157-4E99-9518-34CA38907C66}" dt="2026-04-10T05:16:45.129" v="459" actId="47"/>
        <pc:sldMkLst>
          <pc:docMk/>
          <pc:sldMk cId="0" sldId="282"/>
        </pc:sldMkLst>
      </pc:sldChg>
      <pc:sldChg chg="add del setBg">
        <pc:chgData name="Rupinder Pal Singh" userId="39cfe6a8-4b0a-4a37-9701-ad6451978fb0" providerId="ADAL" clId="{60BBBE31-5157-4E99-9518-34CA38907C66}" dt="2026-04-10T04:30:37.148" v="163" actId="47"/>
        <pc:sldMkLst>
          <pc:docMk/>
          <pc:sldMk cId="0" sldId="283"/>
        </pc:sldMkLst>
      </pc:sldChg>
      <pc:sldChg chg="new del">
        <pc:chgData name="Rupinder Pal Singh" userId="39cfe6a8-4b0a-4a37-9701-ad6451978fb0" providerId="ADAL" clId="{60BBBE31-5157-4E99-9518-34CA38907C66}" dt="2026-04-10T04:26:47.845" v="124" actId="47"/>
        <pc:sldMkLst>
          <pc:docMk/>
          <pc:sldMk cId="4031450770" sldId="283"/>
        </pc:sldMkLst>
      </pc:sldChg>
      <pc:sldChg chg="add del ord setBg">
        <pc:chgData name="Rupinder Pal Singh" userId="39cfe6a8-4b0a-4a37-9701-ad6451978fb0" providerId="ADAL" clId="{60BBBE31-5157-4E99-9518-34CA38907C66}" dt="2026-04-10T04:33:54.294" v="176" actId="47"/>
        <pc:sldMkLst>
          <pc:docMk/>
          <pc:sldMk cId="0" sldId="284"/>
        </pc:sldMkLst>
      </pc:sldChg>
      <pc:sldChg chg="addSp delSp modSp add mod">
        <pc:chgData name="Rupinder Pal Singh" userId="39cfe6a8-4b0a-4a37-9701-ad6451978fb0" providerId="ADAL" clId="{60BBBE31-5157-4E99-9518-34CA38907C66}" dt="2026-04-10T04:26:44.286" v="123"/>
        <pc:sldMkLst>
          <pc:docMk/>
          <pc:sldMk cId="62019014" sldId="285"/>
        </pc:sldMkLst>
        <pc:spChg chg="del">
          <ac:chgData name="Rupinder Pal Singh" userId="39cfe6a8-4b0a-4a37-9701-ad6451978fb0" providerId="ADAL" clId="{60BBBE31-5157-4E99-9518-34CA38907C66}" dt="2026-04-10T04:26:31.379" v="122" actId="478"/>
          <ac:spMkLst>
            <pc:docMk/>
            <pc:sldMk cId="62019014" sldId="285"/>
            <ac:spMk id="2" creationId="{76AE6FD3-34F0-253D-CD90-D3129320E9CF}"/>
          </ac:spMkLst>
        </pc:spChg>
        <pc:spChg chg="del">
          <ac:chgData name="Rupinder Pal Singh" userId="39cfe6a8-4b0a-4a37-9701-ad6451978fb0" providerId="ADAL" clId="{60BBBE31-5157-4E99-9518-34CA38907C66}" dt="2026-04-10T04:26:31.379" v="122" actId="478"/>
          <ac:spMkLst>
            <pc:docMk/>
            <pc:sldMk cId="62019014" sldId="285"/>
            <ac:spMk id="5" creationId="{781EB3E3-5982-5038-972E-894EBEBFABA9}"/>
          </ac:spMkLst>
        </pc:spChg>
        <pc:spChg chg="del">
          <ac:chgData name="Rupinder Pal Singh" userId="39cfe6a8-4b0a-4a37-9701-ad6451978fb0" providerId="ADAL" clId="{60BBBE31-5157-4E99-9518-34CA38907C66}" dt="2026-04-10T04:26:31.379" v="122" actId="478"/>
          <ac:spMkLst>
            <pc:docMk/>
            <pc:sldMk cId="62019014" sldId="285"/>
            <ac:spMk id="8" creationId="{BBA75D5B-D671-2939-0F17-C9D8FA4A7DC6}"/>
          </ac:spMkLst>
        </pc:spChg>
        <pc:spChg chg="del">
          <ac:chgData name="Rupinder Pal Singh" userId="39cfe6a8-4b0a-4a37-9701-ad6451978fb0" providerId="ADAL" clId="{60BBBE31-5157-4E99-9518-34CA38907C66}" dt="2026-04-10T04:26:31.379" v="122" actId="478"/>
          <ac:spMkLst>
            <pc:docMk/>
            <pc:sldMk cId="62019014" sldId="285"/>
            <ac:spMk id="9" creationId="{3FD656FA-9969-58A5-8EEE-70A235237DD7}"/>
          </ac:spMkLst>
        </pc:spChg>
        <pc:spChg chg="del">
          <ac:chgData name="Rupinder Pal Singh" userId="39cfe6a8-4b0a-4a37-9701-ad6451978fb0" providerId="ADAL" clId="{60BBBE31-5157-4E99-9518-34CA38907C66}" dt="2026-04-10T04:26:31.379" v="122" actId="478"/>
          <ac:spMkLst>
            <pc:docMk/>
            <pc:sldMk cId="62019014" sldId="285"/>
            <ac:spMk id="11" creationId="{403D191F-2BF9-B2C0-2CCE-39B202F1FDCC}"/>
          </ac:spMkLst>
        </pc:spChg>
        <pc:spChg chg="del">
          <ac:chgData name="Rupinder Pal Singh" userId="39cfe6a8-4b0a-4a37-9701-ad6451978fb0" providerId="ADAL" clId="{60BBBE31-5157-4E99-9518-34CA38907C66}" dt="2026-04-10T04:26:31.379" v="122" actId="478"/>
          <ac:spMkLst>
            <pc:docMk/>
            <pc:sldMk cId="62019014" sldId="285"/>
            <ac:spMk id="12" creationId="{69F26121-090F-4EB8-2C3C-C7901144F0A9}"/>
          </ac:spMkLst>
        </pc:spChg>
        <pc:spChg chg="del">
          <ac:chgData name="Rupinder Pal Singh" userId="39cfe6a8-4b0a-4a37-9701-ad6451978fb0" providerId="ADAL" clId="{60BBBE31-5157-4E99-9518-34CA38907C66}" dt="2026-04-10T04:26:31.379" v="122" actId="478"/>
          <ac:spMkLst>
            <pc:docMk/>
            <pc:sldMk cId="62019014" sldId="285"/>
            <ac:spMk id="15" creationId="{2C6F2E92-B561-4922-2E2C-E5A1A8428D4E}"/>
          </ac:spMkLst>
        </pc:spChg>
        <pc:spChg chg="del">
          <ac:chgData name="Rupinder Pal Singh" userId="39cfe6a8-4b0a-4a37-9701-ad6451978fb0" providerId="ADAL" clId="{60BBBE31-5157-4E99-9518-34CA38907C66}" dt="2026-04-10T04:26:31.379" v="122" actId="478"/>
          <ac:spMkLst>
            <pc:docMk/>
            <pc:sldMk cId="62019014" sldId="285"/>
            <ac:spMk id="17" creationId="{CD633AAE-4BF9-83C9-B551-6078F3D08809}"/>
          </ac:spMkLst>
        </pc:spChg>
        <pc:spChg chg="del">
          <ac:chgData name="Rupinder Pal Singh" userId="39cfe6a8-4b0a-4a37-9701-ad6451978fb0" providerId="ADAL" clId="{60BBBE31-5157-4E99-9518-34CA38907C66}" dt="2026-04-10T04:26:31.379" v="122" actId="478"/>
          <ac:spMkLst>
            <pc:docMk/>
            <pc:sldMk cId="62019014" sldId="285"/>
            <ac:spMk id="18" creationId="{13725319-0161-544D-87CD-5A6394E810A8}"/>
          </ac:spMkLst>
        </pc:spChg>
        <pc:spChg chg="del">
          <ac:chgData name="Rupinder Pal Singh" userId="39cfe6a8-4b0a-4a37-9701-ad6451978fb0" providerId="ADAL" clId="{60BBBE31-5157-4E99-9518-34CA38907C66}" dt="2026-04-10T04:26:31.379" v="122" actId="478"/>
          <ac:spMkLst>
            <pc:docMk/>
            <pc:sldMk cId="62019014" sldId="285"/>
            <ac:spMk id="23" creationId="{BA1D7161-0A2B-8323-242E-EA6F68F2BC14}"/>
          </ac:spMkLst>
        </pc:spChg>
        <pc:spChg chg="add mod">
          <ac:chgData name="Rupinder Pal Singh" userId="39cfe6a8-4b0a-4a37-9701-ad6451978fb0" providerId="ADAL" clId="{60BBBE31-5157-4E99-9518-34CA38907C66}" dt="2026-04-10T04:26:44.286" v="123"/>
          <ac:spMkLst>
            <pc:docMk/>
            <pc:sldMk cId="62019014" sldId="285"/>
            <ac:spMk id="25" creationId="{43BEF323-5F75-2870-152B-7D305DD54397}"/>
          </ac:spMkLst>
        </pc:spChg>
        <pc:spChg chg="add mod">
          <ac:chgData name="Rupinder Pal Singh" userId="39cfe6a8-4b0a-4a37-9701-ad6451978fb0" providerId="ADAL" clId="{60BBBE31-5157-4E99-9518-34CA38907C66}" dt="2026-04-10T04:26:44.286" v="123"/>
          <ac:spMkLst>
            <pc:docMk/>
            <pc:sldMk cId="62019014" sldId="285"/>
            <ac:spMk id="27" creationId="{180F580F-B34A-068F-E7A4-5B00A8ACF7AF}"/>
          </ac:spMkLst>
        </pc:spChg>
        <pc:spChg chg="add mod">
          <ac:chgData name="Rupinder Pal Singh" userId="39cfe6a8-4b0a-4a37-9701-ad6451978fb0" providerId="ADAL" clId="{60BBBE31-5157-4E99-9518-34CA38907C66}" dt="2026-04-10T04:26:44.286" v="123"/>
          <ac:spMkLst>
            <pc:docMk/>
            <pc:sldMk cId="62019014" sldId="285"/>
            <ac:spMk id="31" creationId="{0DC5E51E-2780-97A0-748C-76E0FE001C7E}"/>
          </ac:spMkLst>
        </pc:spChg>
        <pc:spChg chg="add mod">
          <ac:chgData name="Rupinder Pal Singh" userId="39cfe6a8-4b0a-4a37-9701-ad6451978fb0" providerId="ADAL" clId="{60BBBE31-5157-4E99-9518-34CA38907C66}" dt="2026-04-10T04:26:44.286" v="123"/>
          <ac:spMkLst>
            <pc:docMk/>
            <pc:sldMk cId="62019014" sldId="285"/>
            <ac:spMk id="33" creationId="{419BEB68-C63F-D06B-AD50-B5E1813F6EBF}"/>
          </ac:spMkLst>
        </pc:spChg>
        <pc:spChg chg="add mod">
          <ac:chgData name="Rupinder Pal Singh" userId="39cfe6a8-4b0a-4a37-9701-ad6451978fb0" providerId="ADAL" clId="{60BBBE31-5157-4E99-9518-34CA38907C66}" dt="2026-04-10T04:26:44.286" v="123"/>
          <ac:spMkLst>
            <pc:docMk/>
            <pc:sldMk cId="62019014" sldId="285"/>
            <ac:spMk id="37" creationId="{1A51668E-E9BE-23EC-70FC-52FB9F9FD36E}"/>
          </ac:spMkLst>
        </pc:spChg>
        <pc:spChg chg="add mod">
          <ac:chgData name="Rupinder Pal Singh" userId="39cfe6a8-4b0a-4a37-9701-ad6451978fb0" providerId="ADAL" clId="{60BBBE31-5157-4E99-9518-34CA38907C66}" dt="2026-04-10T04:26:44.286" v="123"/>
          <ac:spMkLst>
            <pc:docMk/>
            <pc:sldMk cId="62019014" sldId="285"/>
            <ac:spMk id="38" creationId="{CE3169A0-8806-2B13-33D7-C7ABDF9FBF5C}"/>
          </ac:spMkLst>
        </pc:spChg>
        <pc:spChg chg="add mod">
          <ac:chgData name="Rupinder Pal Singh" userId="39cfe6a8-4b0a-4a37-9701-ad6451978fb0" providerId="ADAL" clId="{60BBBE31-5157-4E99-9518-34CA38907C66}" dt="2026-04-10T04:26:44.286" v="123"/>
          <ac:spMkLst>
            <pc:docMk/>
            <pc:sldMk cId="62019014" sldId="285"/>
            <ac:spMk id="42" creationId="{DD891876-374A-7D0B-1F36-BB24784A853D}"/>
          </ac:spMkLst>
        </pc:spChg>
        <pc:spChg chg="add mod">
          <ac:chgData name="Rupinder Pal Singh" userId="39cfe6a8-4b0a-4a37-9701-ad6451978fb0" providerId="ADAL" clId="{60BBBE31-5157-4E99-9518-34CA38907C66}" dt="2026-04-10T04:26:44.286" v="123"/>
          <ac:spMkLst>
            <pc:docMk/>
            <pc:sldMk cId="62019014" sldId="285"/>
            <ac:spMk id="46" creationId="{358A3043-48FB-F937-DC04-04C8FF626747}"/>
          </ac:spMkLst>
        </pc:spChg>
        <pc:spChg chg="add mod">
          <ac:chgData name="Rupinder Pal Singh" userId="39cfe6a8-4b0a-4a37-9701-ad6451978fb0" providerId="ADAL" clId="{60BBBE31-5157-4E99-9518-34CA38907C66}" dt="2026-04-10T04:26:44.286" v="123"/>
          <ac:spMkLst>
            <pc:docMk/>
            <pc:sldMk cId="62019014" sldId="285"/>
            <ac:spMk id="49" creationId="{8FF2CC1F-5CED-B5EE-F573-816353EE6DA8}"/>
          </ac:spMkLst>
        </pc:spChg>
        <pc:spChg chg="add mod">
          <ac:chgData name="Rupinder Pal Singh" userId="39cfe6a8-4b0a-4a37-9701-ad6451978fb0" providerId="ADAL" clId="{60BBBE31-5157-4E99-9518-34CA38907C66}" dt="2026-04-10T04:26:44.286" v="123"/>
          <ac:spMkLst>
            <pc:docMk/>
            <pc:sldMk cId="62019014" sldId="285"/>
            <ac:spMk id="50" creationId="{52FD3048-99D7-CF72-B4E9-32A107C16D93}"/>
          </ac:spMkLst>
        </pc:spChg>
      </pc:sldChg>
      <pc:sldChg chg="new del">
        <pc:chgData name="Rupinder Pal Singh" userId="39cfe6a8-4b0a-4a37-9701-ad6451978fb0" providerId="ADAL" clId="{60BBBE31-5157-4E99-9518-34CA38907C66}" dt="2026-04-10T04:27:38.181" v="131" actId="47"/>
        <pc:sldMkLst>
          <pc:docMk/>
          <pc:sldMk cId="2742089908" sldId="286"/>
        </pc:sldMkLst>
      </pc:sldChg>
      <pc:sldChg chg="add del setBg">
        <pc:chgData name="Rupinder Pal Singh" userId="39cfe6a8-4b0a-4a37-9701-ad6451978fb0" providerId="ADAL" clId="{60BBBE31-5157-4E99-9518-34CA38907C66}" dt="2026-04-10T04:33:22.825" v="170" actId="47"/>
        <pc:sldMkLst>
          <pc:docMk/>
          <pc:sldMk cId="0" sldId="289"/>
        </pc:sldMkLst>
      </pc:sldChg>
      <pc:sldChg chg="addSp delSp modSp add mod">
        <pc:chgData name="Rupinder Pal Singh" userId="39cfe6a8-4b0a-4a37-9701-ad6451978fb0" providerId="ADAL" clId="{60BBBE31-5157-4E99-9518-34CA38907C66}" dt="2026-04-10T06:00:32.183" v="754" actId="478"/>
        <pc:sldMkLst>
          <pc:docMk/>
          <pc:sldMk cId="0" sldId="300"/>
        </pc:sldMkLst>
        <pc:spChg chg="del">
          <ac:chgData name="Rupinder Pal Singh" userId="39cfe6a8-4b0a-4a37-9701-ad6451978fb0" providerId="ADAL" clId="{60BBBE31-5157-4E99-9518-34CA38907C66}" dt="2026-04-10T05:59:51.523" v="744" actId="478"/>
          <ac:spMkLst>
            <pc:docMk/>
            <pc:sldMk cId="0" sldId="300"/>
            <ac:spMk id="3" creationId="{00000000-0000-0000-0000-000000000000}"/>
          </ac:spMkLst>
        </pc:spChg>
        <pc:spChg chg="del mod">
          <ac:chgData name="Rupinder Pal Singh" userId="39cfe6a8-4b0a-4a37-9701-ad6451978fb0" providerId="ADAL" clId="{60BBBE31-5157-4E99-9518-34CA38907C66}" dt="2026-04-10T05:59:48.639" v="743" actId="478"/>
          <ac:spMkLst>
            <pc:docMk/>
            <pc:sldMk cId="0" sldId="300"/>
            <ac:spMk id="4" creationId="{00000000-0000-0000-0000-000000000000}"/>
          </ac:spMkLst>
        </pc:spChg>
        <pc:spChg chg="del">
          <ac:chgData name="Rupinder Pal Singh" userId="39cfe6a8-4b0a-4a37-9701-ad6451978fb0" providerId="ADAL" clId="{60BBBE31-5157-4E99-9518-34CA38907C66}" dt="2026-04-10T06:00:32.183" v="754" actId="478"/>
          <ac:spMkLst>
            <pc:docMk/>
            <pc:sldMk cId="0" sldId="300"/>
            <ac:spMk id="5" creationId="{00000000-0000-0000-0000-000000000000}"/>
          </ac:spMkLst>
        </pc:spChg>
        <pc:spChg chg="mod">
          <ac:chgData name="Rupinder Pal Singh" userId="39cfe6a8-4b0a-4a37-9701-ad6451978fb0" providerId="ADAL" clId="{60BBBE31-5157-4E99-9518-34CA38907C66}" dt="2026-04-10T05:16:14.489" v="457" actId="20577"/>
          <ac:spMkLst>
            <pc:docMk/>
            <pc:sldMk cId="0" sldId="300"/>
            <ac:spMk id="10" creationId="{00000000-0000-0000-0000-000000000000}"/>
          </ac:spMkLst>
        </pc:spChg>
        <pc:spChg chg="mod">
          <ac:chgData name="Rupinder Pal Singh" userId="39cfe6a8-4b0a-4a37-9701-ad6451978fb0" providerId="ADAL" clId="{60BBBE31-5157-4E99-9518-34CA38907C66}" dt="2026-04-10T05:16:01.725" v="424" actId="20577"/>
          <ac:spMkLst>
            <pc:docMk/>
            <pc:sldMk cId="0" sldId="300"/>
            <ac:spMk id="17" creationId="{00000000-0000-0000-0000-000000000000}"/>
          </ac:spMkLst>
        </pc:spChg>
        <pc:spChg chg="mod">
          <ac:chgData name="Rupinder Pal Singh" userId="39cfe6a8-4b0a-4a37-9701-ad6451978fb0" providerId="ADAL" clId="{60BBBE31-5157-4E99-9518-34CA38907C66}" dt="2026-04-10T05:16:08.841" v="455" actId="20577"/>
          <ac:spMkLst>
            <pc:docMk/>
            <pc:sldMk cId="0" sldId="300"/>
            <ac:spMk id="26" creationId="{00000000-0000-0000-0000-000000000000}"/>
          </ac:spMkLst>
        </pc:spChg>
        <pc:spChg chg="mod">
          <ac:chgData name="Rupinder Pal Singh" userId="39cfe6a8-4b0a-4a37-9701-ad6451978fb0" providerId="ADAL" clId="{60BBBE31-5157-4E99-9518-34CA38907C66}" dt="2026-04-10T06:00:20.341" v="752" actId="20577"/>
          <ac:spMkLst>
            <pc:docMk/>
            <pc:sldMk cId="0" sldId="300"/>
            <ac:spMk id="35" creationId="{00000000-0000-0000-0000-000000000000}"/>
          </ac:spMkLst>
        </pc:spChg>
        <pc:spChg chg="add del mod">
          <ac:chgData name="Rupinder Pal Singh" userId="39cfe6a8-4b0a-4a37-9701-ad6451978fb0" providerId="ADAL" clId="{60BBBE31-5157-4E99-9518-34CA38907C66}" dt="2026-04-10T05:15:54.139" v="415" actId="20577"/>
          <ac:spMkLst>
            <pc:docMk/>
            <pc:sldMk cId="0" sldId="300"/>
            <ac:spMk id="44" creationId="{00000000-0000-0000-0000-000000000000}"/>
          </ac:spMkLst>
        </pc:spChg>
        <pc:picChg chg="add del">
          <ac:chgData name="Rupinder Pal Singh" userId="39cfe6a8-4b0a-4a37-9701-ad6451978fb0" providerId="ADAL" clId="{60BBBE31-5157-4E99-9518-34CA38907C66}" dt="2026-04-10T06:00:20.683" v="753" actId="478"/>
          <ac:picMkLst>
            <pc:docMk/>
            <pc:sldMk cId="0" sldId="300"/>
            <ac:picMk id="8" creationId="{CEA00A50-1A87-B91A-D365-88429B179A5D}"/>
          </ac:picMkLst>
        </pc:picChg>
      </pc:sldChg>
      <pc:sldChg chg="add del setBg">
        <pc:chgData name="Rupinder Pal Singh" userId="39cfe6a8-4b0a-4a37-9701-ad6451978fb0" providerId="ADAL" clId="{60BBBE31-5157-4E99-9518-34CA38907C66}" dt="2026-04-10T04:27:40.751" v="132" actId="47"/>
        <pc:sldMkLst>
          <pc:docMk/>
          <pc:sldMk cId="3482450130" sldId="306"/>
        </pc:sldMkLst>
      </pc:sldChg>
      <pc:sldChg chg="addSp delSp modSp add mod ord">
        <pc:chgData name="Rupinder Pal Singh" userId="39cfe6a8-4b0a-4a37-9701-ad6451978fb0" providerId="ADAL" clId="{60BBBE31-5157-4E99-9518-34CA38907C66}" dt="2026-04-10T04:27:50.133" v="134"/>
        <pc:sldMkLst>
          <pc:docMk/>
          <pc:sldMk cId="3238189908" sldId="307"/>
        </pc:sldMkLst>
        <pc:spChg chg="del">
          <ac:chgData name="Rupinder Pal Singh" userId="39cfe6a8-4b0a-4a37-9701-ad6451978fb0" providerId="ADAL" clId="{60BBBE31-5157-4E99-9518-34CA38907C66}" dt="2026-04-10T04:27:27.573" v="129" actId="478"/>
          <ac:spMkLst>
            <pc:docMk/>
            <pc:sldMk cId="3238189908" sldId="307"/>
            <ac:spMk id="2" creationId="{5826ECAE-1AF0-518A-8136-6EBD1E87C675}"/>
          </ac:spMkLst>
        </pc:spChg>
        <pc:spChg chg="del">
          <ac:chgData name="Rupinder Pal Singh" userId="39cfe6a8-4b0a-4a37-9701-ad6451978fb0" providerId="ADAL" clId="{60BBBE31-5157-4E99-9518-34CA38907C66}" dt="2026-04-10T04:27:27.573" v="129" actId="478"/>
          <ac:spMkLst>
            <pc:docMk/>
            <pc:sldMk cId="3238189908" sldId="307"/>
            <ac:spMk id="3" creationId="{6823E89F-1CEF-EDD6-1F4E-265639315A93}"/>
          </ac:spMkLst>
        </pc:spChg>
        <pc:spChg chg="del">
          <ac:chgData name="Rupinder Pal Singh" userId="39cfe6a8-4b0a-4a37-9701-ad6451978fb0" providerId="ADAL" clId="{60BBBE31-5157-4E99-9518-34CA38907C66}" dt="2026-04-10T04:27:27.573" v="129" actId="478"/>
          <ac:spMkLst>
            <pc:docMk/>
            <pc:sldMk cId="3238189908" sldId="307"/>
            <ac:spMk id="4" creationId="{921B5ED0-9E85-A8A7-2440-C995EE986CB6}"/>
          </ac:spMkLst>
        </pc:spChg>
        <pc:spChg chg="del">
          <ac:chgData name="Rupinder Pal Singh" userId="39cfe6a8-4b0a-4a37-9701-ad6451978fb0" providerId="ADAL" clId="{60BBBE31-5157-4E99-9518-34CA38907C66}" dt="2026-04-10T04:27:27.573" v="129" actId="478"/>
          <ac:spMkLst>
            <pc:docMk/>
            <pc:sldMk cId="3238189908" sldId="307"/>
            <ac:spMk id="5" creationId="{6D676571-2642-9A87-9D04-DEAB72214A8B}"/>
          </ac:spMkLst>
        </pc:spChg>
        <pc:spChg chg="del">
          <ac:chgData name="Rupinder Pal Singh" userId="39cfe6a8-4b0a-4a37-9701-ad6451978fb0" providerId="ADAL" clId="{60BBBE31-5157-4E99-9518-34CA38907C66}" dt="2026-04-10T04:27:27.573" v="129" actId="478"/>
          <ac:spMkLst>
            <pc:docMk/>
            <pc:sldMk cId="3238189908" sldId="307"/>
            <ac:spMk id="6" creationId="{E9A2178A-5D5F-3BB9-DFBA-E215BA5FBC2A}"/>
          </ac:spMkLst>
        </pc:spChg>
        <pc:spChg chg="del">
          <ac:chgData name="Rupinder Pal Singh" userId="39cfe6a8-4b0a-4a37-9701-ad6451978fb0" providerId="ADAL" clId="{60BBBE31-5157-4E99-9518-34CA38907C66}" dt="2026-04-10T04:27:27.573" v="129" actId="478"/>
          <ac:spMkLst>
            <pc:docMk/>
            <pc:sldMk cId="3238189908" sldId="307"/>
            <ac:spMk id="7" creationId="{776A266D-1C2F-403C-8667-14511D0B384F}"/>
          </ac:spMkLst>
        </pc:spChg>
        <pc:spChg chg="del">
          <ac:chgData name="Rupinder Pal Singh" userId="39cfe6a8-4b0a-4a37-9701-ad6451978fb0" providerId="ADAL" clId="{60BBBE31-5157-4E99-9518-34CA38907C66}" dt="2026-04-10T04:27:27.573" v="129" actId="478"/>
          <ac:spMkLst>
            <pc:docMk/>
            <pc:sldMk cId="3238189908" sldId="307"/>
            <ac:spMk id="8" creationId="{90463C69-8997-9735-2C6A-B1B272A69B11}"/>
          </ac:spMkLst>
        </pc:spChg>
        <pc:spChg chg="del">
          <ac:chgData name="Rupinder Pal Singh" userId="39cfe6a8-4b0a-4a37-9701-ad6451978fb0" providerId="ADAL" clId="{60BBBE31-5157-4E99-9518-34CA38907C66}" dt="2026-04-10T04:27:27.573" v="129" actId="478"/>
          <ac:spMkLst>
            <pc:docMk/>
            <pc:sldMk cId="3238189908" sldId="307"/>
            <ac:spMk id="9" creationId="{286DA1B7-965D-A7C1-0A1E-2EADA908D489}"/>
          </ac:spMkLst>
        </pc:spChg>
        <pc:spChg chg="del">
          <ac:chgData name="Rupinder Pal Singh" userId="39cfe6a8-4b0a-4a37-9701-ad6451978fb0" providerId="ADAL" clId="{60BBBE31-5157-4E99-9518-34CA38907C66}" dt="2026-04-10T04:27:27.573" v="129" actId="478"/>
          <ac:spMkLst>
            <pc:docMk/>
            <pc:sldMk cId="3238189908" sldId="307"/>
            <ac:spMk id="10" creationId="{0A2B44A4-4516-3636-6647-B62325CF011E}"/>
          </ac:spMkLst>
        </pc:spChg>
        <pc:spChg chg="del">
          <ac:chgData name="Rupinder Pal Singh" userId="39cfe6a8-4b0a-4a37-9701-ad6451978fb0" providerId="ADAL" clId="{60BBBE31-5157-4E99-9518-34CA38907C66}" dt="2026-04-10T04:27:27.573" v="129" actId="478"/>
          <ac:spMkLst>
            <pc:docMk/>
            <pc:sldMk cId="3238189908" sldId="307"/>
            <ac:spMk id="11" creationId="{03F01153-9C4A-AFDD-223E-B08601068EAA}"/>
          </ac:spMkLst>
        </pc:spChg>
        <pc:spChg chg="add mod">
          <ac:chgData name="Rupinder Pal Singh" userId="39cfe6a8-4b0a-4a37-9701-ad6451978fb0" providerId="ADAL" clId="{60BBBE31-5157-4E99-9518-34CA38907C66}" dt="2026-04-10T04:27:34.194" v="130"/>
          <ac:spMkLst>
            <pc:docMk/>
            <pc:sldMk cId="3238189908" sldId="307"/>
            <ac:spMk id="13" creationId="{73C69286-8CC4-0221-44B5-AD3FD424C5D4}"/>
          </ac:spMkLst>
        </pc:spChg>
        <pc:spChg chg="add mod">
          <ac:chgData name="Rupinder Pal Singh" userId="39cfe6a8-4b0a-4a37-9701-ad6451978fb0" providerId="ADAL" clId="{60BBBE31-5157-4E99-9518-34CA38907C66}" dt="2026-04-10T04:27:34.194" v="130"/>
          <ac:spMkLst>
            <pc:docMk/>
            <pc:sldMk cId="3238189908" sldId="307"/>
            <ac:spMk id="31" creationId="{1034B171-FA49-C036-C6CA-B095371ACF2C}"/>
          </ac:spMkLst>
        </pc:spChg>
        <pc:spChg chg="add mod">
          <ac:chgData name="Rupinder Pal Singh" userId="39cfe6a8-4b0a-4a37-9701-ad6451978fb0" providerId="ADAL" clId="{60BBBE31-5157-4E99-9518-34CA38907C66}" dt="2026-04-10T04:27:34.194" v="130"/>
          <ac:spMkLst>
            <pc:docMk/>
            <pc:sldMk cId="3238189908" sldId="307"/>
            <ac:spMk id="37" creationId="{2029D3AA-23C1-68A8-7D8A-E1131AFD2762}"/>
          </ac:spMkLst>
        </pc:spChg>
        <pc:spChg chg="add mod">
          <ac:chgData name="Rupinder Pal Singh" userId="39cfe6a8-4b0a-4a37-9701-ad6451978fb0" providerId="ADAL" clId="{60BBBE31-5157-4E99-9518-34CA38907C66}" dt="2026-04-10T04:27:34.194" v="130"/>
          <ac:spMkLst>
            <pc:docMk/>
            <pc:sldMk cId="3238189908" sldId="307"/>
            <ac:spMk id="39" creationId="{38200362-9E54-FC68-C716-0F84ADC8DB20}"/>
          </ac:spMkLst>
        </pc:spChg>
        <pc:spChg chg="add mod">
          <ac:chgData name="Rupinder Pal Singh" userId="39cfe6a8-4b0a-4a37-9701-ad6451978fb0" providerId="ADAL" clId="{60BBBE31-5157-4E99-9518-34CA38907C66}" dt="2026-04-10T04:27:34.194" v="130"/>
          <ac:spMkLst>
            <pc:docMk/>
            <pc:sldMk cId="3238189908" sldId="307"/>
            <ac:spMk id="40" creationId="{50935F38-7E0D-9D03-5C9E-4CA4BB1BC4DA}"/>
          </ac:spMkLst>
        </pc:spChg>
        <pc:spChg chg="add mod">
          <ac:chgData name="Rupinder Pal Singh" userId="39cfe6a8-4b0a-4a37-9701-ad6451978fb0" providerId="ADAL" clId="{60BBBE31-5157-4E99-9518-34CA38907C66}" dt="2026-04-10T04:27:34.194" v="130"/>
          <ac:spMkLst>
            <pc:docMk/>
            <pc:sldMk cId="3238189908" sldId="307"/>
            <ac:spMk id="44" creationId="{B46FE4C0-E378-35F5-5D09-AEBAB4E5B985}"/>
          </ac:spMkLst>
        </pc:spChg>
        <pc:spChg chg="add mod">
          <ac:chgData name="Rupinder Pal Singh" userId="39cfe6a8-4b0a-4a37-9701-ad6451978fb0" providerId="ADAL" clId="{60BBBE31-5157-4E99-9518-34CA38907C66}" dt="2026-04-10T04:27:34.194" v="130"/>
          <ac:spMkLst>
            <pc:docMk/>
            <pc:sldMk cId="3238189908" sldId="307"/>
            <ac:spMk id="45" creationId="{DE238C6A-49EC-2920-74D3-B31EB6EA1098}"/>
          </ac:spMkLst>
        </pc:spChg>
        <pc:spChg chg="add mod">
          <ac:chgData name="Rupinder Pal Singh" userId="39cfe6a8-4b0a-4a37-9701-ad6451978fb0" providerId="ADAL" clId="{60BBBE31-5157-4E99-9518-34CA38907C66}" dt="2026-04-10T04:27:34.194" v="130"/>
          <ac:spMkLst>
            <pc:docMk/>
            <pc:sldMk cId="3238189908" sldId="307"/>
            <ac:spMk id="51" creationId="{31EB23F9-DE2B-9628-2A4F-0B0A1EAADC13}"/>
          </ac:spMkLst>
        </pc:spChg>
        <pc:spChg chg="add mod">
          <ac:chgData name="Rupinder Pal Singh" userId="39cfe6a8-4b0a-4a37-9701-ad6451978fb0" providerId="ADAL" clId="{60BBBE31-5157-4E99-9518-34CA38907C66}" dt="2026-04-10T04:27:34.194" v="130"/>
          <ac:spMkLst>
            <pc:docMk/>
            <pc:sldMk cId="3238189908" sldId="307"/>
            <ac:spMk id="56" creationId="{6BD854F7-CDF1-9A60-8C66-C2623C946F64}"/>
          </ac:spMkLst>
        </pc:spChg>
        <pc:spChg chg="add mod">
          <ac:chgData name="Rupinder Pal Singh" userId="39cfe6a8-4b0a-4a37-9701-ad6451978fb0" providerId="ADAL" clId="{60BBBE31-5157-4E99-9518-34CA38907C66}" dt="2026-04-10T04:27:34.194" v="130"/>
          <ac:spMkLst>
            <pc:docMk/>
            <pc:sldMk cId="3238189908" sldId="307"/>
            <ac:spMk id="62" creationId="{B3801A8F-D479-D583-3AC0-90721E0A3991}"/>
          </ac:spMkLst>
        </pc:spChg>
      </pc:sldChg>
      <pc:sldChg chg="addSp delSp modSp add mod">
        <pc:chgData name="Rupinder Pal Singh" userId="39cfe6a8-4b0a-4a37-9701-ad6451978fb0" providerId="ADAL" clId="{60BBBE31-5157-4E99-9518-34CA38907C66}" dt="2026-04-10T04:30:32.946" v="162"/>
        <pc:sldMkLst>
          <pc:docMk/>
          <pc:sldMk cId="2051784383" sldId="308"/>
        </pc:sldMkLst>
        <pc:spChg chg="add mod">
          <ac:chgData name="Rupinder Pal Singh" userId="39cfe6a8-4b0a-4a37-9701-ad6451978fb0" providerId="ADAL" clId="{60BBBE31-5157-4E99-9518-34CA38907C66}" dt="2026-04-10T04:30:32.946" v="162"/>
          <ac:spMkLst>
            <pc:docMk/>
            <pc:sldMk cId="2051784383" sldId="308"/>
            <ac:spMk id="2" creationId="{111DB6D9-E986-6F69-52F0-238E2EE4A378}"/>
          </ac:spMkLst>
        </pc:spChg>
        <pc:spChg chg="add mod">
          <ac:chgData name="Rupinder Pal Singh" userId="39cfe6a8-4b0a-4a37-9701-ad6451978fb0" providerId="ADAL" clId="{60BBBE31-5157-4E99-9518-34CA38907C66}" dt="2026-04-10T04:30:32.946" v="162"/>
          <ac:spMkLst>
            <pc:docMk/>
            <pc:sldMk cId="2051784383" sldId="308"/>
            <ac:spMk id="3" creationId="{F90D0D15-AA37-7A09-D8F8-1B87317530D8}"/>
          </ac:spMkLst>
        </pc:spChg>
        <pc:spChg chg="add mod">
          <ac:chgData name="Rupinder Pal Singh" userId="39cfe6a8-4b0a-4a37-9701-ad6451978fb0" providerId="ADAL" clId="{60BBBE31-5157-4E99-9518-34CA38907C66}" dt="2026-04-10T04:30:32.946" v="162"/>
          <ac:spMkLst>
            <pc:docMk/>
            <pc:sldMk cId="2051784383" sldId="308"/>
            <ac:spMk id="5" creationId="{E2BEB6FE-3796-B74E-DFED-5534462F4AB7}"/>
          </ac:spMkLst>
        </pc:spChg>
        <pc:spChg chg="add mod">
          <ac:chgData name="Rupinder Pal Singh" userId="39cfe6a8-4b0a-4a37-9701-ad6451978fb0" providerId="ADAL" clId="{60BBBE31-5157-4E99-9518-34CA38907C66}" dt="2026-04-10T04:30:32.946" v="162"/>
          <ac:spMkLst>
            <pc:docMk/>
            <pc:sldMk cId="2051784383" sldId="308"/>
            <ac:spMk id="9" creationId="{F9A29F25-4B1C-0FD7-B491-921855F5208C}"/>
          </ac:spMkLst>
        </pc:spChg>
        <pc:spChg chg="del">
          <ac:chgData name="Rupinder Pal Singh" userId="39cfe6a8-4b0a-4a37-9701-ad6451978fb0" providerId="ADAL" clId="{60BBBE31-5157-4E99-9518-34CA38907C66}" dt="2026-04-10T04:30:19.983" v="161" actId="478"/>
          <ac:spMkLst>
            <pc:docMk/>
            <pc:sldMk cId="2051784383" sldId="308"/>
            <ac:spMk id="12" creationId="{773597B6-F0C9-68FC-D39D-D7289F64BA0E}"/>
          </ac:spMkLst>
        </pc:spChg>
        <pc:spChg chg="del">
          <ac:chgData name="Rupinder Pal Singh" userId="39cfe6a8-4b0a-4a37-9701-ad6451978fb0" providerId="ADAL" clId="{60BBBE31-5157-4E99-9518-34CA38907C66}" dt="2026-04-10T04:30:19.983" v="161" actId="478"/>
          <ac:spMkLst>
            <pc:docMk/>
            <pc:sldMk cId="2051784383" sldId="308"/>
            <ac:spMk id="15" creationId="{2A071472-E1BA-9A9C-64B0-E380756DF787}"/>
          </ac:spMkLst>
        </pc:spChg>
        <pc:spChg chg="del">
          <ac:chgData name="Rupinder Pal Singh" userId="39cfe6a8-4b0a-4a37-9701-ad6451978fb0" providerId="ADAL" clId="{60BBBE31-5157-4E99-9518-34CA38907C66}" dt="2026-04-10T04:30:19.983" v="161" actId="478"/>
          <ac:spMkLst>
            <pc:docMk/>
            <pc:sldMk cId="2051784383" sldId="308"/>
            <ac:spMk id="17" creationId="{684A3BAA-79A8-37F6-DFD0-33D6190B5D47}"/>
          </ac:spMkLst>
        </pc:spChg>
        <pc:spChg chg="del">
          <ac:chgData name="Rupinder Pal Singh" userId="39cfe6a8-4b0a-4a37-9701-ad6451978fb0" providerId="ADAL" clId="{60BBBE31-5157-4E99-9518-34CA38907C66}" dt="2026-04-10T04:30:19.983" v="161" actId="478"/>
          <ac:spMkLst>
            <pc:docMk/>
            <pc:sldMk cId="2051784383" sldId="308"/>
            <ac:spMk id="19" creationId="{2C96570D-CDE1-7256-2E79-95C746123888}"/>
          </ac:spMkLst>
        </pc:spChg>
        <pc:spChg chg="del">
          <ac:chgData name="Rupinder Pal Singh" userId="39cfe6a8-4b0a-4a37-9701-ad6451978fb0" providerId="ADAL" clId="{60BBBE31-5157-4E99-9518-34CA38907C66}" dt="2026-04-10T04:30:19.983" v="161" actId="478"/>
          <ac:spMkLst>
            <pc:docMk/>
            <pc:sldMk cId="2051784383" sldId="308"/>
            <ac:spMk id="32" creationId="{FCAB83F1-39E7-D949-7EB1-4AA34DDD9660}"/>
          </ac:spMkLst>
        </pc:spChg>
        <pc:spChg chg="del">
          <ac:chgData name="Rupinder Pal Singh" userId="39cfe6a8-4b0a-4a37-9701-ad6451978fb0" providerId="ADAL" clId="{60BBBE31-5157-4E99-9518-34CA38907C66}" dt="2026-04-10T04:30:19.983" v="161" actId="478"/>
          <ac:spMkLst>
            <pc:docMk/>
            <pc:sldMk cId="2051784383" sldId="308"/>
            <ac:spMk id="41" creationId="{3E0C3D7C-3225-D1AA-11DD-D65E69C3DBB4}"/>
          </ac:spMkLst>
        </pc:spChg>
        <pc:spChg chg="del">
          <ac:chgData name="Rupinder Pal Singh" userId="39cfe6a8-4b0a-4a37-9701-ad6451978fb0" providerId="ADAL" clId="{60BBBE31-5157-4E99-9518-34CA38907C66}" dt="2026-04-10T04:30:19.983" v="161" actId="478"/>
          <ac:spMkLst>
            <pc:docMk/>
            <pc:sldMk cId="2051784383" sldId="308"/>
            <ac:spMk id="62" creationId="{BC5A8E71-39FC-7758-99CA-34BB8FB63EF3}"/>
          </ac:spMkLst>
        </pc:spChg>
        <pc:spChg chg="del">
          <ac:chgData name="Rupinder Pal Singh" userId="39cfe6a8-4b0a-4a37-9701-ad6451978fb0" providerId="ADAL" clId="{60BBBE31-5157-4E99-9518-34CA38907C66}" dt="2026-04-10T04:30:19.983" v="161" actId="478"/>
          <ac:spMkLst>
            <pc:docMk/>
            <pc:sldMk cId="2051784383" sldId="308"/>
            <ac:spMk id="81" creationId="{58DFC141-4075-5F3A-D652-099AC469C98A}"/>
          </ac:spMkLst>
        </pc:spChg>
        <pc:spChg chg="del">
          <ac:chgData name="Rupinder Pal Singh" userId="39cfe6a8-4b0a-4a37-9701-ad6451978fb0" providerId="ADAL" clId="{60BBBE31-5157-4E99-9518-34CA38907C66}" dt="2026-04-10T04:30:19.983" v="161" actId="478"/>
          <ac:spMkLst>
            <pc:docMk/>
            <pc:sldMk cId="2051784383" sldId="308"/>
            <ac:spMk id="84" creationId="{6A1B8ED1-F0A5-AE86-9128-D749FA2D33B3}"/>
          </ac:spMkLst>
        </pc:spChg>
        <pc:spChg chg="del">
          <ac:chgData name="Rupinder Pal Singh" userId="39cfe6a8-4b0a-4a37-9701-ad6451978fb0" providerId="ADAL" clId="{60BBBE31-5157-4E99-9518-34CA38907C66}" dt="2026-04-10T04:30:19.983" v="161" actId="478"/>
          <ac:spMkLst>
            <pc:docMk/>
            <pc:sldMk cId="2051784383" sldId="308"/>
            <ac:spMk id="103" creationId="{D2A168EA-BBA0-1C42-F587-D951A2D1C498}"/>
          </ac:spMkLst>
        </pc:spChg>
        <pc:spChg chg="add mod">
          <ac:chgData name="Rupinder Pal Singh" userId="39cfe6a8-4b0a-4a37-9701-ad6451978fb0" providerId="ADAL" clId="{60BBBE31-5157-4E99-9518-34CA38907C66}" dt="2026-04-10T04:30:32.946" v="162"/>
          <ac:spMkLst>
            <pc:docMk/>
            <pc:sldMk cId="2051784383" sldId="308"/>
            <ac:spMk id="110" creationId="{5D8D63EB-021C-B8D9-C488-C2E5AF53155E}"/>
          </ac:spMkLst>
        </pc:spChg>
        <pc:spChg chg="add mod">
          <ac:chgData name="Rupinder Pal Singh" userId="39cfe6a8-4b0a-4a37-9701-ad6451978fb0" providerId="ADAL" clId="{60BBBE31-5157-4E99-9518-34CA38907C66}" dt="2026-04-10T04:30:32.946" v="162"/>
          <ac:spMkLst>
            <pc:docMk/>
            <pc:sldMk cId="2051784383" sldId="308"/>
            <ac:spMk id="113" creationId="{FB12387B-2973-E465-9264-10DADBAE34C8}"/>
          </ac:spMkLst>
        </pc:spChg>
        <pc:spChg chg="add mod">
          <ac:chgData name="Rupinder Pal Singh" userId="39cfe6a8-4b0a-4a37-9701-ad6451978fb0" providerId="ADAL" clId="{60BBBE31-5157-4E99-9518-34CA38907C66}" dt="2026-04-10T04:30:32.946" v="162"/>
          <ac:spMkLst>
            <pc:docMk/>
            <pc:sldMk cId="2051784383" sldId="308"/>
            <ac:spMk id="116" creationId="{C26AE7B2-7D92-AFE3-8053-D2619F60610F}"/>
          </ac:spMkLst>
        </pc:spChg>
        <pc:spChg chg="add mod">
          <ac:chgData name="Rupinder Pal Singh" userId="39cfe6a8-4b0a-4a37-9701-ad6451978fb0" providerId="ADAL" clId="{60BBBE31-5157-4E99-9518-34CA38907C66}" dt="2026-04-10T04:30:32.946" v="162"/>
          <ac:spMkLst>
            <pc:docMk/>
            <pc:sldMk cId="2051784383" sldId="308"/>
            <ac:spMk id="118" creationId="{30E94471-A0FD-9485-E643-D920566D1533}"/>
          </ac:spMkLst>
        </pc:spChg>
        <pc:spChg chg="add mod">
          <ac:chgData name="Rupinder Pal Singh" userId="39cfe6a8-4b0a-4a37-9701-ad6451978fb0" providerId="ADAL" clId="{60BBBE31-5157-4E99-9518-34CA38907C66}" dt="2026-04-10T04:30:32.946" v="162"/>
          <ac:spMkLst>
            <pc:docMk/>
            <pc:sldMk cId="2051784383" sldId="308"/>
            <ac:spMk id="124" creationId="{57E9E591-B047-73B1-0D27-3C70C2F8DDAC}"/>
          </ac:spMkLst>
        </pc:spChg>
        <pc:spChg chg="add mod">
          <ac:chgData name="Rupinder Pal Singh" userId="39cfe6a8-4b0a-4a37-9701-ad6451978fb0" providerId="ADAL" clId="{60BBBE31-5157-4E99-9518-34CA38907C66}" dt="2026-04-10T04:30:32.946" v="162"/>
          <ac:spMkLst>
            <pc:docMk/>
            <pc:sldMk cId="2051784383" sldId="308"/>
            <ac:spMk id="126" creationId="{D4A6E710-2AAC-52BB-2F86-CE972E61C5B5}"/>
          </ac:spMkLst>
        </pc:spChg>
      </pc:sldChg>
      <pc:sldChg chg="addSp delSp modSp add mod">
        <pc:chgData name="Rupinder Pal Singh" userId="39cfe6a8-4b0a-4a37-9701-ad6451978fb0" providerId="ADAL" clId="{60BBBE31-5157-4E99-9518-34CA38907C66}" dt="2026-04-10T04:33:52.095" v="175"/>
        <pc:sldMkLst>
          <pc:docMk/>
          <pc:sldMk cId="4135530029" sldId="309"/>
        </pc:sldMkLst>
        <pc:spChg chg="add mod">
          <ac:chgData name="Rupinder Pal Singh" userId="39cfe6a8-4b0a-4a37-9701-ad6451978fb0" providerId="ADAL" clId="{60BBBE31-5157-4E99-9518-34CA38907C66}" dt="2026-04-10T04:33:52.095" v="175"/>
          <ac:spMkLst>
            <pc:docMk/>
            <pc:sldMk cId="4135530029" sldId="309"/>
            <ac:spMk id="2" creationId="{8ACC0A59-ED6E-075E-D396-617DBB6F67BF}"/>
          </ac:spMkLst>
        </pc:spChg>
        <pc:spChg chg="add mod">
          <ac:chgData name="Rupinder Pal Singh" userId="39cfe6a8-4b0a-4a37-9701-ad6451978fb0" providerId="ADAL" clId="{60BBBE31-5157-4E99-9518-34CA38907C66}" dt="2026-04-10T04:33:52.095" v="175"/>
          <ac:spMkLst>
            <pc:docMk/>
            <pc:sldMk cId="4135530029" sldId="309"/>
            <ac:spMk id="5" creationId="{2055246A-C386-840B-A6C8-F62DE9B05231}"/>
          </ac:spMkLst>
        </pc:spChg>
        <pc:spChg chg="add mod">
          <ac:chgData name="Rupinder Pal Singh" userId="39cfe6a8-4b0a-4a37-9701-ad6451978fb0" providerId="ADAL" clId="{60BBBE31-5157-4E99-9518-34CA38907C66}" dt="2026-04-10T04:33:52.095" v="175"/>
          <ac:spMkLst>
            <pc:docMk/>
            <pc:sldMk cId="4135530029" sldId="309"/>
            <ac:spMk id="12" creationId="{FE0F2F3F-18D5-ECAF-FDD4-32615B863D0A}"/>
          </ac:spMkLst>
        </pc:spChg>
        <pc:spChg chg="add mod">
          <ac:chgData name="Rupinder Pal Singh" userId="39cfe6a8-4b0a-4a37-9701-ad6451978fb0" providerId="ADAL" clId="{60BBBE31-5157-4E99-9518-34CA38907C66}" dt="2026-04-10T04:33:52.095" v="175"/>
          <ac:spMkLst>
            <pc:docMk/>
            <pc:sldMk cId="4135530029" sldId="309"/>
            <ac:spMk id="21" creationId="{349FE0D1-1621-63F6-7C1A-40F4F66AB210}"/>
          </ac:spMkLst>
        </pc:spChg>
        <pc:spChg chg="add mod">
          <ac:chgData name="Rupinder Pal Singh" userId="39cfe6a8-4b0a-4a37-9701-ad6451978fb0" providerId="ADAL" clId="{60BBBE31-5157-4E99-9518-34CA38907C66}" dt="2026-04-10T04:33:52.095" v="175"/>
          <ac:spMkLst>
            <pc:docMk/>
            <pc:sldMk cId="4135530029" sldId="309"/>
            <ac:spMk id="23" creationId="{DB300A99-500B-B025-1FD4-B3A5918D759D}"/>
          </ac:spMkLst>
        </pc:spChg>
        <pc:spChg chg="del">
          <ac:chgData name="Rupinder Pal Singh" userId="39cfe6a8-4b0a-4a37-9701-ad6451978fb0" providerId="ADAL" clId="{60BBBE31-5157-4E99-9518-34CA38907C66}" dt="2026-04-10T04:33:41.505" v="174" actId="478"/>
          <ac:spMkLst>
            <pc:docMk/>
            <pc:sldMk cId="4135530029" sldId="309"/>
            <ac:spMk id="29" creationId="{894F70CC-C572-9AA4-1938-FD6E17ECFBF5}"/>
          </ac:spMkLst>
        </pc:spChg>
        <pc:spChg chg="del">
          <ac:chgData name="Rupinder Pal Singh" userId="39cfe6a8-4b0a-4a37-9701-ad6451978fb0" providerId="ADAL" clId="{60BBBE31-5157-4E99-9518-34CA38907C66}" dt="2026-04-10T04:33:41.505" v="174" actId="478"/>
          <ac:spMkLst>
            <pc:docMk/>
            <pc:sldMk cId="4135530029" sldId="309"/>
            <ac:spMk id="32" creationId="{B72C63B4-CAD0-332D-9D18-B1ABF85A46B4}"/>
          </ac:spMkLst>
        </pc:spChg>
        <pc:spChg chg="del">
          <ac:chgData name="Rupinder Pal Singh" userId="39cfe6a8-4b0a-4a37-9701-ad6451978fb0" providerId="ADAL" clId="{60BBBE31-5157-4E99-9518-34CA38907C66}" dt="2026-04-10T04:33:41.505" v="174" actId="478"/>
          <ac:spMkLst>
            <pc:docMk/>
            <pc:sldMk cId="4135530029" sldId="309"/>
            <ac:spMk id="41" creationId="{577B37ED-2E42-6821-43D9-8429827820C2}"/>
          </ac:spMkLst>
        </pc:spChg>
        <pc:spChg chg="del">
          <ac:chgData name="Rupinder Pal Singh" userId="39cfe6a8-4b0a-4a37-9701-ad6451978fb0" providerId="ADAL" clId="{60BBBE31-5157-4E99-9518-34CA38907C66}" dt="2026-04-10T04:33:41.505" v="174" actId="478"/>
          <ac:spMkLst>
            <pc:docMk/>
            <pc:sldMk cId="4135530029" sldId="309"/>
            <ac:spMk id="42" creationId="{2D6E91AD-3D9B-3293-0DE5-877A2574ECEA}"/>
          </ac:spMkLst>
        </pc:spChg>
        <pc:spChg chg="del">
          <ac:chgData name="Rupinder Pal Singh" userId="39cfe6a8-4b0a-4a37-9701-ad6451978fb0" providerId="ADAL" clId="{60BBBE31-5157-4E99-9518-34CA38907C66}" dt="2026-04-10T04:33:41.505" v="174" actId="478"/>
          <ac:spMkLst>
            <pc:docMk/>
            <pc:sldMk cId="4135530029" sldId="309"/>
            <ac:spMk id="43" creationId="{1971B8BB-7195-3D70-3E32-7E3BA8E2B87F}"/>
          </ac:spMkLst>
        </pc:spChg>
        <pc:spChg chg="del">
          <ac:chgData name="Rupinder Pal Singh" userId="39cfe6a8-4b0a-4a37-9701-ad6451978fb0" providerId="ADAL" clId="{60BBBE31-5157-4E99-9518-34CA38907C66}" dt="2026-04-10T04:33:41.505" v="174" actId="478"/>
          <ac:spMkLst>
            <pc:docMk/>
            <pc:sldMk cId="4135530029" sldId="309"/>
            <ac:spMk id="44" creationId="{3C801686-9210-88AA-94C8-2E1EE52E671E}"/>
          </ac:spMkLst>
        </pc:spChg>
        <pc:spChg chg="del">
          <ac:chgData name="Rupinder Pal Singh" userId="39cfe6a8-4b0a-4a37-9701-ad6451978fb0" providerId="ADAL" clId="{60BBBE31-5157-4E99-9518-34CA38907C66}" dt="2026-04-10T04:33:41.505" v="174" actId="478"/>
          <ac:spMkLst>
            <pc:docMk/>
            <pc:sldMk cId="4135530029" sldId="309"/>
            <ac:spMk id="46" creationId="{8242CB01-3AA9-3D95-115C-FEDD9E9E45D9}"/>
          </ac:spMkLst>
        </pc:spChg>
        <pc:spChg chg="del">
          <ac:chgData name="Rupinder Pal Singh" userId="39cfe6a8-4b0a-4a37-9701-ad6451978fb0" providerId="ADAL" clId="{60BBBE31-5157-4E99-9518-34CA38907C66}" dt="2026-04-10T04:33:41.505" v="174" actId="478"/>
          <ac:spMkLst>
            <pc:docMk/>
            <pc:sldMk cId="4135530029" sldId="309"/>
            <ac:spMk id="49" creationId="{4E4E7879-5F26-2B0F-6477-7DCCD99FBC1E}"/>
          </ac:spMkLst>
        </pc:spChg>
        <pc:spChg chg="del">
          <ac:chgData name="Rupinder Pal Singh" userId="39cfe6a8-4b0a-4a37-9701-ad6451978fb0" providerId="ADAL" clId="{60BBBE31-5157-4E99-9518-34CA38907C66}" dt="2026-04-10T04:33:41.505" v="174" actId="478"/>
          <ac:spMkLst>
            <pc:docMk/>
            <pc:sldMk cId="4135530029" sldId="309"/>
            <ac:spMk id="50" creationId="{A0367935-2D14-DE83-66DF-31EF13031B71}"/>
          </ac:spMkLst>
        </pc:spChg>
        <pc:spChg chg="del">
          <ac:chgData name="Rupinder Pal Singh" userId="39cfe6a8-4b0a-4a37-9701-ad6451978fb0" providerId="ADAL" clId="{60BBBE31-5157-4E99-9518-34CA38907C66}" dt="2026-04-10T04:33:41.505" v="174" actId="478"/>
          <ac:spMkLst>
            <pc:docMk/>
            <pc:sldMk cId="4135530029" sldId="309"/>
            <ac:spMk id="52" creationId="{C35E4177-DF2A-67ED-96C6-2ACF758B50FA}"/>
          </ac:spMkLst>
        </pc:spChg>
        <pc:spChg chg="add mod">
          <ac:chgData name="Rupinder Pal Singh" userId="39cfe6a8-4b0a-4a37-9701-ad6451978fb0" providerId="ADAL" clId="{60BBBE31-5157-4E99-9518-34CA38907C66}" dt="2026-04-10T04:33:52.095" v="175"/>
          <ac:spMkLst>
            <pc:docMk/>
            <pc:sldMk cId="4135530029" sldId="309"/>
            <ac:spMk id="58" creationId="{E359ECF3-74F1-F642-CA08-C2CD2D1805E7}"/>
          </ac:spMkLst>
        </pc:spChg>
        <pc:spChg chg="add mod">
          <ac:chgData name="Rupinder Pal Singh" userId="39cfe6a8-4b0a-4a37-9701-ad6451978fb0" providerId="ADAL" clId="{60BBBE31-5157-4E99-9518-34CA38907C66}" dt="2026-04-10T04:33:52.095" v="175"/>
          <ac:spMkLst>
            <pc:docMk/>
            <pc:sldMk cId="4135530029" sldId="309"/>
            <ac:spMk id="64" creationId="{58D2A990-E938-21B5-B237-A0BA6904B63E}"/>
          </ac:spMkLst>
        </pc:spChg>
        <pc:spChg chg="add mod">
          <ac:chgData name="Rupinder Pal Singh" userId="39cfe6a8-4b0a-4a37-9701-ad6451978fb0" providerId="ADAL" clId="{60BBBE31-5157-4E99-9518-34CA38907C66}" dt="2026-04-10T04:33:52.095" v="175"/>
          <ac:spMkLst>
            <pc:docMk/>
            <pc:sldMk cId="4135530029" sldId="309"/>
            <ac:spMk id="69" creationId="{995A6F97-B8E8-B261-C344-211E87923397}"/>
          </ac:spMkLst>
        </pc:spChg>
        <pc:spChg chg="add mod">
          <ac:chgData name="Rupinder Pal Singh" userId="39cfe6a8-4b0a-4a37-9701-ad6451978fb0" providerId="ADAL" clId="{60BBBE31-5157-4E99-9518-34CA38907C66}" dt="2026-04-10T04:33:52.095" v="175"/>
          <ac:spMkLst>
            <pc:docMk/>
            <pc:sldMk cId="4135530029" sldId="309"/>
            <ac:spMk id="71" creationId="{543DB03E-F864-6652-9136-704E9740CB22}"/>
          </ac:spMkLst>
        </pc:spChg>
        <pc:spChg chg="add mod">
          <ac:chgData name="Rupinder Pal Singh" userId="39cfe6a8-4b0a-4a37-9701-ad6451978fb0" providerId="ADAL" clId="{60BBBE31-5157-4E99-9518-34CA38907C66}" dt="2026-04-10T04:33:52.095" v="175"/>
          <ac:spMkLst>
            <pc:docMk/>
            <pc:sldMk cId="4135530029" sldId="309"/>
            <ac:spMk id="82" creationId="{15ECCEBB-88E3-4712-BA4D-B91C18BC7FE5}"/>
          </ac:spMkLst>
        </pc:spChg>
      </pc:sldChg>
      <pc:sldChg chg="addSp delSp modSp add mod">
        <pc:chgData name="Rupinder Pal Singh" userId="39cfe6a8-4b0a-4a37-9701-ad6451978fb0" providerId="ADAL" clId="{60BBBE31-5157-4E99-9518-34CA38907C66}" dt="2026-04-10T05:57:18.940" v="718" actId="1076"/>
        <pc:sldMkLst>
          <pc:docMk/>
          <pc:sldMk cId="2247592583" sldId="310"/>
        </pc:sldMkLst>
        <pc:spChg chg="mod">
          <ac:chgData name="Rupinder Pal Singh" userId="39cfe6a8-4b0a-4a37-9701-ad6451978fb0" providerId="ADAL" clId="{60BBBE31-5157-4E99-9518-34CA38907C66}" dt="2026-04-10T05:57:18.940" v="718" actId="1076"/>
          <ac:spMkLst>
            <pc:docMk/>
            <pc:sldMk cId="2247592583" sldId="310"/>
            <ac:spMk id="3" creationId="{414F42EC-41E7-24C5-9F1B-FFD35D4D5AA5}"/>
          </ac:spMkLst>
        </pc:spChg>
        <pc:spChg chg="del">
          <ac:chgData name="Rupinder Pal Singh" userId="39cfe6a8-4b0a-4a37-9701-ad6451978fb0" providerId="ADAL" clId="{60BBBE31-5157-4E99-9518-34CA38907C66}" dt="2026-04-10T05:20:11.570" v="493" actId="478"/>
          <ac:spMkLst>
            <pc:docMk/>
            <pc:sldMk cId="2247592583" sldId="310"/>
            <ac:spMk id="4" creationId="{3C3A2D91-CE16-CDB4-5AA5-A31338446CAE}"/>
          </ac:spMkLst>
        </pc:spChg>
        <pc:spChg chg="del">
          <ac:chgData name="Rupinder Pal Singh" userId="39cfe6a8-4b0a-4a37-9701-ad6451978fb0" providerId="ADAL" clId="{60BBBE31-5157-4E99-9518-34CA38907C66}" dt="2026-04-10T05:19:41.320" v="465" actId="478"/>
          <ac:spMkLst>
            <pc:docMk/>
            <pc:sldMk cId="2247592583" sldId="310"/>
            <ac:spMk id="6" creationId="{594556E0-9F82-B3BA-63D8-43867CEF97BE}"/>
          </ac:spMkLst>
        </pc:spChg>
        <pc:spChg chg="del">
          <ac:chgData name="Rupinder Pal Singh" userId="39cfe6a8-4b0a-4a37-9701-ad6451978fb0" providerId="ADAL" clId="{60BBBE31-5157-4E99-9518-34CA38907C66}" dt="2026-04-10T05:19:41.320" v="465" actId="478"/>
          <ac:spMkLst>
            <pc:docMk/>
            <pc:sldMk cId="2247592583" sldId="310"/>
            <ac:spMk id="7" creationId="{27BF6F52-D8CC-9218-7C48-D2EBDE08DEBD}"/>
          </ac:spMkLst>
        </pc:spChg>
        <pc:spChg chg="del">
          <ac:chgData name="Rupinder Pal Singh" userId="39cfe6a8-4b0a-4a37-9701-ad6451978fb0" providerId="ADAL" clId="{60BBBE31-5157-4E99-9518-34CA38907C66}" dt="2026-04-10T05:19:41.320" v="465" actId="478"/>
          <ac:spMkLst>
            <pc:docMk/>
            <pc:sldMk cId="2247592583" sldId="310"/>
            <ac:spMk id="10" creationId="{CFCA72CF-6999-F225-C93D-3653E47523C8}"/>
          </ac:spMkLst>
        </pc:spChg>
        <pc:spChg chg="del">
          <ac:chgData name="Rupinder Pal Singh" userId="39cfe6a8-4b0a-4a37-9701-ad6451978fb0" providerId="ADAL" clId="{60BBBE31-5157-4E99-9518-34CA38907C66}" dt="2026-04-10T05:19:41.320" v="465" actId="478"/>
          <ac:spMkLst>
            <pc:docMk/>
            <pc:sldMk cId="2247592583" sldId="310"/>
            <ac:spMk id="11" creationId="{D94416FA-D2E8-22B3-D898-5EDDA4C9D7F2}"/>
          </ac:spMkLst>
        </pc:spChg>
        <pc:spChg chg="del">
          <ac:chgData name="Rupinder Pal Singh" userId="39cfe6a8-4b0a-4a37-9701-ad6451978fb0" providerId="ADAL" clId="{60BBBE31-5157-4E99-9518-34CA38907C66}" dt="2026-04-10T05:19:41.320" v="465" actId="478"/>
          <ac:spMkLst>
            <pc:docMk/>
            <pc:sldMk cId="2247592583" sldId="310"/>
            <ac:spMk id="14" creationId="{63386075-1E50-FE49-6FA2-69EADD14AF8F}"/>
          </ac:spMkLst>
        </pc:spChg>
        <pc:spChg chg="del">
          <ac:chgData name="Rupinder Pal Singh" userId="39cfe6a8-4b0a-4a37-9701-ad6451978fb0" providerId="ADAL" clId="{60BBBE31-5157-4E99-9518-34CA38907C66}" dt="2026-04-10T05:19:41.320" v="465" actId="478"/>
          <ac:spMkLst>
            <pc:docMk/>
            <pc:sldMk cId="2247592583" sldId="310"/>
            <ac:spMk id="15" creationId="{AD5C1957-61ED-62EB-9310-41A0440B7163}"/>
          </ac:spMkLst>
        </pc:spChg>
        <pc:spChg chg="del">
          <ac:chgData name="Rupinder Pal Singh" userId="39cfe6a8-4b0a-4a37-9701-ad6451978fb0" providerId="ADAL" clId="{60BBBE31-5157-4E99-9518-34CA38907C66}" dt="2026-04-10T05:19:41.320" v="465" actId="478"/>
          <ac:spMkLst>
            <pc:docMk/>
            <pc:sldMk cId="2247592583" sldId="310"/>
            <ac:spMk id="16" creationId="{7B715FEA-D635-687D-300F-505308C85505}"/>
          </ac:spMkLst>
        </pc:spChg>
        <pc:spChg chg="del">
          <ac:chgData name="Rupinder Pal Singh" userId="39cfe6a8-4b0a-4a37-9701-ad6451978fb0" providerId="ADAL" clId="{60BBBE31-5157-4E99-9518-34CA38907C66}" dt="2026-04-10T05:19:41.320" v="465" actId="478"/>
          <ac:spMkLst>
            <pc:docMk/>
            <pc:sldMk cId="2247592583" sldId="310"/>
            <ac:spMk id="19" creationId="{727754D4-C5C8-09FD-F367-E8041DFB741C}"/>
          </ac:spMkLst>
        </pc:spChg>
        <pc:spChg chg="del">
          <ac:chgData name="Rupinder Pal Singh" userId="39cfe6a8-4b0a-4a37-9701-ad6451978fb0" providerId="ADAL" clId="{60BBBE31-5157-4E99-9518-34CA38907C66}" dt="2026-04-10T05:19:41.320" v="465" actId="478"/>
          <ac:spMkLst>
            <pc:docMk/>
            <pc:sldMk cId="2247592583" sldId="310"/>
            <ac:spMk id="25" creationId="{757C8748-3062-72F7-3D35-1CF50697A6C5}"/>
          </ac:spMkLst>
        </pc:spChg>
        <pc:spChg chg="del">
          <ac:chgData name="Rupinder Pal Singh" userId="39cfe6a8-4b0a-4a37-9701-ad6451978fb0" providerId="ADAL" clId="{60BBBE31-5157-4E99-9518-34CA38907C66}" dt="2026-04-10T05:19:41.320" v="465" actId="478"/>
          <ac:spMkLst>
            <pc:docMk/>
            <pc:sldMk cId="2247592583" sldId="310"/>
            <ac:spMk id="27" creationId="{079F0D77-A9EF-318D-89C6-31CA42E0A37C}"/>
          </ac:spMkLst>
        </pc:spChg>
        <pc:spChg chg="add mod">
          <ac:chgData name="Rupinder Pal Singh" userId="39cfe6a8-4b0a-4a37-9701-ad6451978fb0" providerId="ADAL" clId="{60BBBE31-5157-4E99-9518-34CA38907C66}" dt="2026-04-10T05:56:21.590" v="618" actId="1076"/>
          <ac:spMkLst>
            <pc:docMk/>
            <pc:sldMk cId="2247592583" sldId="310"/>
            <ac:spMk id="31" creationId="{6E098FBF-4E17-3AA4-DD3C-7FD41FAD4712}"/>
          </ac:spMkLst>
        </pc:spChg>
        <pc:spChg chg="add del">
          <ac:chgData name="Rupinder Pal Singh" userId="39cfe6a8-4b0a-4a37-9701-ad6451978fb0" providerId="ADAL" clId="{60BBBE31-5157-4E99-9518-34CA38907C66}" dt="2026-04-10T05:55:38.020" v="572" actId="22"/>
          <ac:spMkLst>
            <pc:docMk/>
            <pc:sldMk cId="2247592583" sldId="310"/>
            <ac:spMk id="33" creationId="{C9AA2A89-2035-8F4C-42B4-BE650F39F6BB}"/>
          </ac:spMkLst>
        </pc:spChg>
        <pc:spChg chg="add mod">
          <ac:chgData name="Rupinder Pal Singh" userId="39cfe6a8-4b0a-4a37-9701-ad6451978fb0" providerId="ADAL" clId="{60BBBE31-5157-4E99-9518-34CA38907C66}" dt="2026-04-10T05:57:00.374" v="717" actId="20577"/>
          <ac:spMkLst>
            <pc:docMk/>
            <pc:sldMk cId="2247592583" sldId="310"/>
            <ac:spMk id="36" creationId="{EC10FD15-3714-7E7B-CAB6-20812B4F7115}"/>
          </ac:spMkLst>
        </pc:spChg>
        <pc:picChg chg="add mod">
          <ac:chgData name="Rupinder Pal Singh" userId="39cfe6a8-4b0a-4a37-9701-ad6451978fb0" providerId="ADAL" clId="{60BBBE31-5157-4E99-9518-34CA38907C66}" dt="2026-04-10T05:53:22.046" v="502" actId="14100"/>
          <ac:picMkLst>
            <pc:docMk/>
            <pc:sldMk cId="2247592583" sldId="310"/>
            <ac:picMk id="30" creationId="{2F9CA17B-0B62-0F0C-8EFF-4CFFFE7AE466}"/>
          </ac:picMkLst>
        </pc:picChg>
        <pc:picChg chg="add mod">
          <ac:chgData name="Rupinder Pal Singh" userId="39cfe6a8-4b0a-4a37-9701-ad6451978fb0" providerId="ADAL" clId="{60BBBE31-5157-4E99-9518-34CA38907C66}" dt="2026-04-10T05:56:30.990" v="621" actId="1076"/>
          <ac:picMkLst>
            <pc:docMk/>
            <pc:sldMk cId="2247592583" sldId="310"/>
            <ac:picMk id="35" creationId="{F8F9D13D-C743-210D-ECA4-ED0BAC83C0BD}"/>
          </ac:picMkLst>
        </pc:picChg>
      </pc:sldChg>
      <pc:sldChg chg="delSp add del mod">
        <pc:chgData name="Rupinder Pal Singh" userId="39cfe6a8-4b0a-4a37-9701-ad6451978fb0" providerId="ADAL" clId="{60BBBE31-5157-4E99-9518-34CA38907C66}" dt="2026-04-10T05:16:42.890" v="458" actId="47"/>
        <pc:sldMkLst>
          <pc:docMk/>
          <pc:sldMk cId="3492227549" sldId="310"/>
        </pc:sldMkLst>
        <pc:spChg chg="del">
          <ac:chgData name="Rupinder Pal Singh" userId="39cfe6a8-4b0a-4a37-9701-ad6451978fb0" providerId="ADAL" clId="{60BBBE31-5157-4E99-9518-34CA38907C66}" dt="2026-04-10T05:15:38.953" v="393" actId="478"/>
          <ac:spMkLst>
            <pc:docMk/>
            <pc:sldMk cId="3492227549" sldId="310"/>
            <ac:spMk id="2" creationId="{D366B777-7307-5149-8CE5-B2300EE1E47C}"/>
          </ac:spMkLst>
        </pc:spChg>
        <pc:spChg chg="del">
          <ac:chgData name="Rupinder Pal Singh" userId="39cfe6a8-4b0a-4a37-9701-ad6451978fb0" providerId="ADAL" clId="{60BBBE31-5157-4E99-9518-34CA38907C66}" dt="2026-04-10T05:15:38.953" v="393" actId="478"/>
          <ac:spMkLst>
            <pc:docMk/>
            <pc:sldMk cId="3492227549" sldId="310"/>
            <ac:spMk id="4" creationId="{9F73429E-F924-4E6A-4A4F-56E4CEACA238}"/>
          </ac:spMkLst>
        </pc:spChg>
        <pc:spChg chg="del">
          <ac:chgData name="Rupinder Pal Singh" userId="39cfe6a8-4b0a-4a37-9701-ad6451978fb0" providerId="ADAL" clId="{60BBBE31-5157-4E99-9518-34CA38907C66}" dt="2026-04-10T05:15:38.953" v="393" actId="478"/>
          <ac:spMkLst>
            <pc:docMk/>
            <pc:sldMk cId="3492227549" sldId="310"/>
            <ac:spMk id="5" creationId="{CDC9BA2D-17FF-C812-447E-2DCD2FBB2AB5}"/>
          </ac:spMkLst>
        </pc:spChg>
        <pc:spChg chg="del">
          <ac:chgData name="Rupinder Pal Singh" userId="39cfe6a8-4b0a-4a37-9701-ad6451978fb0" providerId="ADAL" clId="{60BBBE31-5157-4E99-9518-34CA38907C66}" dt="2026-04-10T05:15:38.953" v="393" actId="478"/>
          <ac:spMkLst>
            <pc:docMk/>
            <pc:sldMk cId="3492227549" sldId="310"/>
            <ac:spMk id="6" creationId="{0E038530-00B5-5656-B67D-3942688694E4}"/>
          </ac:spMkLst>
        </pc:spChg>
        <pc:spChg chg="del">
          <ac:chgData name="Rupinder Pal Singh" userId="39cfe6a8-4b0a-4a37-9701-ad6451978fb0" providerId="ADAL" clId="{60BBBE31-5157-4E99-9518-34CA38907C66}" dt="2026-04-10T05:15:38.953" v="393" actId="478"/>
          <ac:spMkLst>
            <pc:docMk/>
            <pc:sldMk cId="3492227549" sldId="310"/>
            <ac:spMk id="7" creationId="{020C8679-0D33-8A31-C32E-7F0B8E15B8E9}"/>
          </ac:spMkLst>
        </pc:spChg>
        <pc:spChg chg="del">
          <ac:chgData name="Rupinder Pal Singh" userId="39cfe6a8-4b0a-4a37-9701-ad6451978fb0" providerId="ADAL" clId="{60BBBE31-5157-4E99-9518-34CA38907C66}" dt="2026-04-10T05:15:38.953" v="393" actId="478"/>
          <ac:spMkLst>
            <pc:docMk/>
            <pc:sldMk cId="3492227549" sldId="310"/>
            <ac:spMk id="8" creationId="{A339F619-6312-BF37-D63C-B2AEF834DA26}"/>
          </ac:spMkLst>
        </pc:spChg>
        <pc:picChg chg="del">
          <ac:chgData name="Rupinder Pal Singh" userId="39cfe6a8-4b0a-4a37-9701-ad6451978fb0" providerId="ADAL" clId="{60BBBE31-5157-4E99-9518-34CA38907C66}" dt="2026-04-10T05:15:38.953" v="393" actId="478"/>
          <ac:picMkLst>
            <pc:docMk/>
            <pc:sldMk cId="3492227549" sldId="310"/>
            <ac:picMk id="3" creationId="{BDB8F97B-7922-3A1D-C007-7E32BF01BA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08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FF37A-7B5F-8506-1DE4-C2D9924F5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D6122-43BF-CF62-7BE6-32D4562F2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3CDF2-338C-C563-0798-B72B9FC893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BA14FF-B0D5-9DDD-E042-DA71A174A38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22042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99B77-1864-C75A-B012-584F9546F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A94A4-BFD6-9D04-ADF3-4647A2C51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C992D-A472-95D2-6945-C3D7D9FBE8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892AE2-F69B-4CE0-1BC3-7AC003AC311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83686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A767-9099-4EA4-5409-DF8EB7F73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F9F2F-D08A-67C0-7E25-DB57627EA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1EE6C-1F7C-DD8F-51AF-1A0FC9896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9300DB-2A96-78E0-1AE2-D9D27EB1AF5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9541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966F5-4C95-3FCF-4C83-56588C8E8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1BACE-485C-11D0-E177-3372C2178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F80D3-3A60-1D15-C941-2556307DD8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DC8BAC-E40B-2E30-A49B-6860CD30751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43856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A964-67C7-F0AC-E555-2FFC98CDC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5F7AF-606F-12D2-4FDD-85723AEA3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71F-B40C-52D0-BAC0-7B9C9E2589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B4DA27-2DB2-A770-BDE9-E939862DA31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9192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hyperlink" Target="https://rupindersecurity.github.io/cybersecurity-defense-map/"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Shape 1"/>
          <p:cNvSpPr/>
          <p:nvPr/>
        </p:nvSpPr>
        <p:spPr>
          <a:xfrm>
            <a:off x="548640" y="365760"/>
            <a:ext cx="1645920" cy="320040"/>
          </a:xfrm>
          <a:prstGeom prst="rect">
            <a:avLst/>
          </a:prstGeom>
          <a:solidFill>
            <a:srgbClr val="E8553D"/>
          </a:solidFill>
          <a:ln/>
        </p:spPr>
        <p:txBody>
          <a:bodyPr/>
          <a:lstStyle/>
          <a:p>
            <a:endParaRPr lang="en-US"/>
          </a:p>
        </p:txBody>
      </p:sp>
      <p:sp>
        <p:nvSpPr>
          <p:cNvPr id="4" name="Text 2"/>
          <p:cNvSpPr/>
          <p:nvPr/>
        </p:nvSpPr>
        <p:spPr>
          <a:xfrm>
            <a:off x="548640" y="365760"/>
            <a:ext cx="1645920" cy="320040"/>
          </a:xfrm>
          <a:prstGeom prst="rect">
            <a:avLst/>
          </a:prstGeom>
          <a:noFill/>
          <a:ln/>
        </p:spPr>
        <p:txBody>
          <a:bodyPr wrap="square" rtlCol="0" anchor="ctr"/>
          <a:lstStyle/>
          <a:p>
            <a:pPr marL="0" indent="0" algn="ctr">
              <a:buNone/>
            </a:pPr>
            <a:r>
              <a:rPr lang="en-US" sz="1000" b="1" kern="0" spc="200" dirty="0">
                <a:solidFill>
                  <a:srgbClr val="FFFFFF"/>
                </a:solidFill>
                <a:latin typeface="Trebuchet MS" pitchFamily="34" charset="0"/>
                <a:ea typeface="Trebuchet MS" pitchFamily="34" charset="-122"/>
                <a:cs typeface="Trebuchet MS" pitchFamily="34" charset="-120"/>
              </a:rPr>
              <a:t>BSIDES SLC</a:t>
            </a:r>
            <a:endParaRPr lang="en-US" sz="1000" dirty="0"/>
          </a:p>
        </p:txBody>
      </p:sp>
      <p:sp>
        <p:nvSpPr>
          <p:cNvPr id="5" name="Shape 3"/>
          <p:cNvSpPr/>
          <p:nvPr/>
        </p:nvSpPr>
        <p:spPr>
          <a:xfrm>
            <a:off x="2377440" y="365760"/>
            <a:ext cx="1463040" cy="320040"/>
          </a:xfrm>
          <a:prstGeom prst="rect">
            <a:avLst/>
          </a:prstGeom>
          <a:solidFill>
            <a:srgbClr val="2B9EA2"/>
          </a:solidFill>
          <a:ln/>
        </p:spPr>
        <p:txBody>
          <a:bodyPr/>
          <a:lstStyle/>
          <a:p>
            <a:endParaRPr lang="en-US"/>
          </a:p>
        </p:txBody>
      </p:sp>
      <p:sp>
        <p:nvSpPr>
          <p:cNvPr id="6" name="Text 4"/>
          <p:cNvSpPr/>
          <p:nvPr/>
        </p:nvSpPr>
        <p:spPr>
          <a:xfrm>
            <a:off x="2377440" y="365760"/>
            <a:ext cx="1463040" cy="320040"/>
          </a:xfrm>
          <a:prstGeom prst="rect">
            <a:avLst/>
          </a:prstGeom>
          <a:noFill/>
          <a:ln/>
        </p:spPr>
        <p:txBody>
          <a:bodyPr wrap="square" rtlCol="0" anchor="ctr"/>
          <a:lstStyle/>
          <a:p>
            <a:pPr marL="0" indent="0" algn="ctr">
              <a:buNone/>
            </a:pPr>
            <a:r>
              <a:rPr lang="en-US" sz="1000" b="1" kern="0" spc="200" dirty="0">
                <a:solidFill>
                  <a:srgbClr val="FFFFFF"/>
                </a:solidFill>
                <a:latin typeface="Trebuchet MS" pitchFamily="34" charset="0"/>
                <a:ea typeface="Trebuchet MS" pitchFamily="34" charset="-122"/>
                <a:cs typeface="Trebuchet MS" pitchFamily="34" charset="-120"/>
              </a:rPr>
              <a:t>WORKSHOP</a:t>
            </a:r>
            <a:endParaRPr lang="en-US" sz="1000" dirty="0"/>
          </a:p>
        </p:txBody>
      </p:sp>
      <p:sp>
        <p:nvSpPr>
          <p:cNvPr id="7" name="Shape 5"/>
          <p:cNvSpPr/>
          <p:nvPr/>
        </p:nvSpPr>
        <p:spPr>
          <a:xfrm>
            <a:off x="4023360" y="365760"/>
            <a:ext cx="1371600" cy="320040"/>
          </a:xfrm>
          <a:prstGeom prst="rect">
            <a:avLst/>
          </a:prstGeom>
          <a:solidFill>
            <a:srgbClr val="38A169"/>
          </a:solidFill>
          <a:ln/>
        </p:spPr>
        <p:txBody>
          <a:bodyPr/>
          <a:lstStyle/>
          <a:p>
            <a:endParaRPr lang="en-US"/>
          </a:p>
        </p:txBody>
      </p:sp>
      <p:sp>
        <p:nvSpPr>
          <p:cNvPr id="8" name="Text 6"/>
          <p:cNvSpPr/>
          <p:nvPr/>
        </p:nvSpPr>
        <p:spPr>
          <a:xfrm>
            <a:off x="4023360" y="365760"/>
            <a:ext cx="1371600" cy="320040"/>
          </a:xfrm>
          <a:prstGeom prst="rect">
            <a:avLst/>
          </a:prstGeom>
          <a:noFill/>
          <a:ln/>
        </p:spPr>
        <p:txBody>
          <a:bodyPr wrap="square" rtlCol="0" anchor="ctr"/>
          <a:lstStyle/>
          <a:p>
            <a:pPr marL="0" indent="0" algn="ctr">
              <a:buNone/>
            </a:pPr>
            <a:r>
              <a:rPr lang="en-US" sz="1000" b="1" kern="0" spc="200" dirty="0">
                <a:solidFill>
                  <a:srgbClr val="FFFFFF"/>
                </a:solidFill>
                <a:latin typeface="Trebuchet MS" pitchFamily="34" charset="0"/>
                <a:ea typeface="Trebuchet MS" pitchFamily="34" charset="-122"/>
                <a:cs typeface="Trebuchet MS" pitchFamily="34" charset="-120"/>
              </a:rPr>
              <a:t>2 HOURS</a:t>
            </a:r>
            <a:endParaRPr lang="en-US" sz="1000" dirty="0"/>
          </a:p>
        </p:txBody>
      </p:sp>
      <p:sp>
        <p:nvSpPr>
          <p:cNvPr id="9" name="Text 7"/>
          <p:cNvSpPr/>
          <p:nvPr/>
        </p:nvSpPr>
        <p:spPr>
          <a:xfrm>
            <a:off x="548640" y="1051560"/>
            <a:ext cx="7315200" cy="6400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Cybersecurity Careers</a:t>
            </a:r>
            <a:endParaRPr lang="en-US" sz="4000" dirty="0"/>
          </a:p>
        </p:txBody>
      </p:sp>
      <p:sp>
        <p:nvSpPr>
          <p:cNvPr id="10" name="Text 8"/>
          <p:cNvSpPr/>
          <p:nvPr/>
        </p:nvSpPr>
        <p:spPr>
          <a:xfrm>
            <a:off x="548640" y="1691640"/>
            <a:ext cx="7315200" cy="548640"/>
          </a:xfrm>
          <a:prstGeom prst="rect">
            <a:avLst/>
          </a:prstGeom>
          <a:noFill/>
          <a:ln/>
        </p:spPr>
        <p:txBody>
          <a:bodyPr wrap="square" lIns="0" tIns="0" rIns="0" bIns="0" rtlCol="0" anchor="ctr"/>
          <a:lstStyle/>
          <a:p>
            <a:pPr marL="0" indent="0">
              <a:buNone/>
            </a:pPr>
            <a:r>
              <a:rPr lang="en-US" sz="4000" b="1" dirty="0">
                <a:solidFill>
                  <a:srgbClr val="E8553D"/>
                </a:solidFill>
                <a:latin typeface="Trebuchet MS" pitchFamily="34" charset="0"/>
                <a:ea typeface="Trebuchet MS" pitchFamily="34" charset="-122"/>
                <a:cs typeface="Trebuchet MS" pitchFamily="34" charset="-120"/>
              </a:rPr>
              <a:t>Without the Hype.</a:t>
            </a:r>
            <a:endParaRPr lang="en-US" sz="4000" dirty="0"/>
          </a:p>
        </p:txBody>
      </p:sp>
      <p:sp>
        <p:nvSpPr>
          <p:cNvPr id="11" name="Text 9"/>
          <p:cNvSpPr/>
          <p:nvPr/>
        </p:nvSpPr>
        <p:spPr>
          <a:xfrm>
            <a:off x="548640" y="2423160"/>
            <a:ext cx="6400800" cy="640080"/>
          </a:xfrm>
          <a:prstGeom prst="rect">
            <a:avLst/>
          </a:prstGeom>
          <a:noFill/>
          <a:ln/>
        </p:spPr>
        <p:txBody>
          <a:bodyPr wrap="square" lIns="0" tIns="0" rIns="0" bIns="0" rtlCol="0" anchor="ctr"/>
          <a:lstStyle/>
          <a:p>
            <a:pPr marL="0" indent="0">
              <a:buNone/>
            </a:pPr>
            <a:r>
              <a:rPr lang="en-US" sz="1400" dirty="0">
                <a:solidFill>
                  <a:srgbClr val="CBD5E0"/>
                </a:solidFill>
                <a:latin typeface="Calibri" pitchFamily="34" charset="0"/>
                <a:ea typeface="Calibri" pitchFamily="34" charset="-122"/>
                <a:cs typeface="Calibri" pitchFamily="34" charset="-120"/>
              </a:rPr>
              <a:t>A hands-on workshop for people who want to break into cybersecurity</a:t>
            </a:r>
            <a:endParaRPr lang="en-US" sz="1400" dirty="0"/>
          </a:p>
          <a:p>
            <a:pPr marL="0" indent="0">
              <a:buNone/>
            </a:pPr>
            <a:r>
              <a:rPr lang="en-US" sz="1400" dirty="0">
                <a:solidFill>
                  <a:srgbClr val="CBD5E0"/>
                </a:solidFill>
                <a:latin typeface="Calibri" pitchFamily="34" charset="0"/>
                <a:ea typeface="Calibri" pitchFamily="34" charset="-122"/>
                <a:cs typeface="Calibri" pitchFamily="34" charset="-120"/>
              </a:rPr>
              <a:t>and actually get hired.</a:t>
            </a:r>
            <a:endParaRPr lang="en-US" sz="1400" dirty="0"/>
          </a:p>
        </p:txBody>
      </p:sp>
      <p:sp>
        <p:nvSpPr>
          <p:cNvPr id="12" name="Shape 10"/>
          <p:cNvSpPr/>
          <p:nvPr/>
        </p:nvSpPr>
        <p:spPr>
          <a:xfrm>
            <a:off x="548640" y="3657600"/>
            <a:ext cx="3200400" cy="36576"/>
          </a:xfrm>
          <a:prstGeom prst="rect">
            <a:avLst/>
          </a:prstGeom>
          <a:solidFill>
            <a:srgbClr val="E8553D"/>
          </a:solidFill>
          <a:ln/>
        </p:spPr>
        <p:txBody>
          <a:bodyPr/>
          <a:lstStyle/>
          <a:p>
            <a:endParaRPr lang="en-US"/>
          </a:p>
        </p:txBody>
      </p:sp>
      <p:sp>
        <p:nvSpPr>
          <p:cNvPr id="13" name="Text 11"/>
          <p:cNvSpPr/>
          <p:nvPr/>
        </p:nvSpPr>
        <p:spPr>
          <a:xfrm>
            <a:off x="548640" y="3840480"/>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Rupinder Pal Singh</a:t>
            </a:r>
            <a:endParaRPr lang="en-US" sz="1600" dirty="0"/>
          </a:p>
        </p:txBody>
      </p:sp>
      <p:sp>
        <p:nvSpPr>
          <p:cNvPr id="14" name="Text 12"/>
          <p:cNvSpPr/>
          <p:nvPr/>
        </p:nvSpPr>
        <p:spPr>
          <a:xfrm>
            <a:off x="548640" y="4206240"/>
            <a:ext cx="4572000" cy="45720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Manager, Information Security | NiCE</a:t>
            </a:r>
            <a:endParaRPr lang="en-US" sz="1100" dirty="0"/>
          </a:p>
          <a:p>
            <a:pPr marL="0" indent="0">
              <a:buNone/>
            </a:pPr>
            <a:r>
              <a:rPr lang="en-US" sz="1100" dirty="0">
                <a:solidFill>
                  <a:srgbClr val="718096"/>
                </a:solidFill>
                <a:latin typeface="Calibri" pitchFamily="34" charset="0"/>
                <a:ea typeface="Calibri" pitchFamily="34" charset="-122"/>
                <a:cs typeface="Calibri" pitchFamily="34" charset="-120"/>
              </a:rPr>
              <a:t>CISSP | CISM | CISA | CRISC</a:t>
            </a:r>
            <a:endParaRPr lang="en-US" sz="1100" dirty="0"/>
          </a:p>
        </p:txBody>
      </p:sp>
      <p:sp>
        <p:nvSpPr>
          <p:cNvPr id="15" name="Text 13"/>
          <p:cNvSpPr/>
          <p:nvPr/>
        </p:nvSpPr>
        <p:spPr>
          <a:xfrm>
            <a:off x="548640" y="4663440"/>
            <a:ext cx="4572000" cy="27432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April 10, 2026  |  Student Event of the Year</a:t>
            </a:r>
            <a:endParaRPr lang="en-US" sz="1000" dirty="0"/>
          </a:p>
        </p:txBody>
      </p:sp>
      <p:pic>
        <p:nvPicPr>
          <p:cNvPr id="16" name="Image 0" descr="preencoded.png"/>
          <p:cNvPicPr>
            <a:picLocks noChangeAspect="1"/>
          </p:cNvPicPr>
          <p:nvPr/>
        </p:nvPicPr>
        <p:blipFill>
          <a:blip r:embed="rId3">
            <a:alphaModFix amt="15000"/>
          </a:blip>
          <a:stretch>
            <a:fillRect/>
          </a:stretch>
        </p:blipFill>
        <p:spPr>
          <a:xfrm>
            <a:off x="7132320" y="137160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B9EA2"/>
          </a:solidFill>
          <a:ln/>
        </p:spPr>
        <p:txBody>
          <a:bodyPr/>
          <a:lstStyle/>
          <a:p>
            <a:endParaRPr lang="en-US"/>
          </a:p>
        </p:txBody>
      </p:sp>
      <p:sp>
        <p:nvSpPr>
          <p:cNvPr id="3" name="Text 1"/>
          <p:cNvSpPr/>
          <p:nvPr/>
        </p:nvSpPr>
        <p:spPr>
          <a:xfrm>
            <a:off x="548640" y="18288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Workshop Roadmap</a:t>
            </a:r>
            <a:endParaRPr lang="en-US" sz="3000" dirty="0"/>
          </a:p>
        </p:txBody>
      </p:sp>
      <p:sp>
        <p:nvSpPr>
          <p:cNvPr id="4" name="Text 2"/>
          <p:cNvSpPr/>
          <p:nvPr/>
        </p:nvSpPr>
        <p:spPr>
          <a:xfrm>
            <a:off x="548640" y="685800"/>
            <a:ext cx="7315200" cy="274320"/>
          </a:xfrm>
          <a:prstGeom prst="rect">
            <a:avLst/>
          </a:prstGeom>
          <a:noFill/>
          <a:ln/>
        </p:spPr>
        <p:txBody>
          <a:bodyPr wrap="square" lIns="0" tIns="0" rIns="0" bIns="0" rtlCol="0" anchor="ctr"/>
          <a:lstStyle/>
          <a:p>
            <a:pPr marL="0" indent="0">
              <a:buNone/>
            </a:pPr>
            <a:r>
              <a:rPr lang="en-US" sz="1200" dirty="0">
                <a:solidFill>
                  <a:srgbClr val="F7B267"/>
                </a:solidFill>
                <a:latin typeface="Calibri" pitchFamily="34" charset="0"/>
                <a:ea typeface="Calibri" pitchFamily="34" charset="-122"/>
                <a:cs typeface="Calibri" pitchFamily="34" charset="-120"/>
              </a:rPr>
              <a:t>2 hours. 8 blocks. 4 hands-on exercises. You leave with deliverables.</a:t>
            </a:r>
            <a:endParaRPr lang="en-US" sz="1200" dirty="0"/>
          </a:p>
        </p:txBody>
      </p:sp>
      <p:sp>
        <p:nvSpPr>
          <p:cNvPr id="5" name="Shape 3"/>
          <p:cNvSpPr/>
          <p:nvPr/>
        </p:nvSpPr>
        <p:spPr>
          <a:xfrm>
            <a:off x="548640" y="1097280"/>
            <a:ext cx="8046720" cy="420624"/>
          </a:xfrm>
          <a:prstGeom prst="rect">
            <a:avLst/>
          </a:prstGeom>
          <a:solidFill>
            <a:srgbClr val="182635"/>
          </a:solidFill>
          <a:ln/>
        </p:spPr>
        <p:txBody>
          <a:bodyPr/>
          <a:lstStyle/>
          <a:p>
            <a:endParaRPr lang="en-US"/>
          </a:p>
        </p:txBody>
      </p:sp>
      <p:sp>
        <p:nvSpPr>
          <p:cNvPr id="6" name="Shape 4"/>
          <p:cNvSpPr/>
          <p:nvPr/>
        </p:nvSpPr>
        <p:spPr>
          <a:xfrm>
            <a:off x="548640" y="1097280"/>
            <a:ext cx="45720" cy="420624"/>
          </a:xfrm>
          <a:prstGeom prst="rect">
            <a:avLst/>
          </a:prstGeom>
          <a:solidFill>
            <a:srgbClr val="E8553D"/>
          </a:solidFill>
          <a:ln/>
        </p:spPr>
        <p:txBody>
          <a:bodyPr/>
          <a:lstStyle/>
          <a:p>
            <a:endParaRPr lang="en-US"/>
          </a:p>
        </p:txBody>
      </p:sp>
      <p:sp>
        <p:nvSpPr>
          <p:cNvPr id="7" name="Text 5"/>
          <p:cNvSpPr/>
          <p:nvPr/>
        </p:nvSpPr>
        <p:spPr>
          <a:xfrm>
            <a:off x="731520" y="1097280"/>
            <a:ext cx="411480" cy="420624"/>
          </a:xfrm>
          <a:prstGeom prst="rect">
            <a:avLst/>
          </a:prstGeom>
          <a:noFill/>
          <a:ln/>
        </p:spPr>
        <p:txBody>
          <a:bodyPr wrap="square" lIns="0" tIns="0" rIns="0" bIns="0" rtlCol="0" anchor="ctr"/>
          <a:lstStyle/>
          <a:p>
            <a:pPr marL="0" indent="0">
              <a:buNone/>
            </a:pPr>
            <a:r>
              <a:rPr lang="en-US" sz="1100" b="1" dirty="0">
                <a:solidFill>
                  <a:srgbClr val="E8553D"/>
                </a:solidFill>
                <a:latin typeface="Trebuchet MS" pitchFamily="34" charset="0"/>
                <a:ea typeface="Trebuchet MS" pitchFamily="34" charset="-122"/>
                <a:cs typeface="Trebuchet MS" pitchFamily="34" charset="-120"/>
              </a:rPr>
              <a:t>01</a:t>
            </a:r>
            <a:endParaRPr lang="en-US" sz="1100" dirty="0"/>
          </a:p>
        </p:txBody>
      </p:sp>
      <p:sp>
        <p:nvSpPr>
          <p:cNvPr id="8" name="Text 6"/>
          <p:cNvSpPr/>
          <p:nvPr/>
        </p:nvSpPr>
        <p:spPr>
          <a:xfrm>
            <a:off x="1234440" y="1097280"/>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The Reality Check</a:t>
            </a:r>
            <a:endParaRPr lang="en-US" sz="1250" dirty="0"/>
          </a:p>
        </p:txBody>
      </p:sp>
      <p:sp>
        <p:nvSpPr>
          <p:cNvPr id="9" name="Text 7"/>
          <p:cNvSpPr/>
          <p:nvPr/>
        </p:nvSpPr>
        <p:spPr>
          <a:xfrm>
            <a:off x="3840480" y="1097280"/>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Why cyber matters, the 2026 job market, and what companies actually need</a:t>
            </a:r>
            <a:endParaRPr lang="en-US" sz="1000" dirty="0"/>
          </a:p>
        </p:txBody>
      </p:sp>
      <p:sp>
        <p:nvSpPr>
          <p:cNvPr id="10" name="Text 8"/>
          <p:cNvSpPr/>
          <p:nvPr/>
        </p:nvSpPr>
        <p:spPr>
          <a:xfrm>
            <a:off x="7863840" y="1097280"/>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0:00</a:t>
            </a:r>
            <a:endParaRPr lang="en-US" sz="1000" dirty="0"/>
          </a:p>
        </p:txBody>
      </p:sp>
      <p:sp>
        <p:nvSpPr>
          <p:cNvPr id="11" name="Shape 9"/>
          <p:cNvSpPr/>
          <p:nvPr/>
        </p:nvSpPr>
        <p:spPr>
          <a:xfrm>
            <a:off x="548640" y="1572768"/>
            <a:ext cx="8046720" cy="420624"/>
          </a:xfrm>
          <a:prstGeom prst="rect">
            <a:avLst/>
          </a:prstGeom>
          <a:solidFill>
            <a:srgbClr val="182635"/>
          </a:solidFill>
          <a:ln/>
        </p:spPr>
        <p:txBody>
          <a:bodyPr/>
          <a:lstStyle/>
          <a:p>
            <a:endParaRPr lang="en-US"/>
          </a:p>
        </p:txBody>
      </p:sp>
      <p:sp>
        <p:nvSpPr>
          <p:cNvPr id="12" name="Shape 10"/>
          <p:cNvSpPr/>
          <p:nvPr/>
        </p:nvSpPr>
        <p:spPr>
          <a:xfrm>
            <a:off x="548640" y="1572768"/>
            <a:ext cx="45720" cy="420624"/>
          </a:xfrm>
          <a:prstGeom prst="rect">
            <a:avLst/>
          </a:prstGeom>
          <a:solidFill>
            <a:srgbClr val="2B9EA2"/>
          </a:solidFill>
          <a:ln/>
        </p:spPr>
        <p:txBody>
          <a:bodyPr/>
          <a:lstStyle/>
          <a:p>
            <a:endParaRPr lang="en-US"/>
          </a:p>
        </p:txBody>
      </p:sp>
      <p:sp>
        <p:nvSpPr>
          <p:cNvPr id="13" name="Text 11"/>
          <p:cNvSpPr/>
          <p:nvPr/>
        </p:nvSpPr>
        <p:spPr>
          <a:xfrm>
            <a:off x="731520" y="1572768"/>
            <a:ext cx="411480" cy="420624"/>
          </a:xfrm>
          <a:prstGeom prst="rect">
            <a:avLst/>
          </a:prstGeom>
          <a:noFill/>
          <a:ln/>
        </p:spPr>
        <p:txBody>
          <a:bodyPr wrap="square" lIns="0" tIns="0" rIns="0" bIns="0" rtlCol="0" anchor="ctr"/>
          <a:lstStyle/>
          <a:p>
            <a:pPr marL="0" indent="0">
              <a:buNone/>
            </a:pPr>
            <a:r>
              <a:rPr lang="en-US" sz="1100" b="1" dirty="0">
                <a:solidFill>
                  <a:srgbClr val="2B9EA2"/>
                </a:solidFill>
                <a:latin typeface="Trebuchet MS" pitchFamily="34" charset="0"/>
                <a:ea typeface="Trebuchet MS" pitchFamily="34" charset="-122"/>
                <a:cs typeface="Trebuchet MS" pitchFamily="34" charset="-120"/>
              </a:rPr>
              <a:t>02</a:t>
            </a:r>
            <a:endParaRPr lang="en-US" sz="1100" dirty="0"/>
          </a:p>
        </p:txBody>
      </p:sp>
      <p:sp>
        <p:nvSpPr>
          <p:cNvPr id="14" name="Text 12"/>
          <p:cNvSpPr/>
          <p:nvPr/>
        </p:nvSpPr>
        <p:spPr>
          <a:xfrm>
            <a:off x="1234440" y="1572768"/>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The Role Landscape</a:t>
            </a:r>
            <a:endParaRPr lang="en-US" sz="1250" dirty="0"/>
          </a:p>
        </p:txBody>
      </p:sp>
      <p:sp>
        <p:nvSpPr>
          <p:cNvPr id="15" name="Text 13"/>
          <p:cNvSpPr/>
          <p:nvPr/>
        </p:nvSpPr>
        <p:spPr>
          <a:xfrm>
            <a:off x="3840480" y="1572768"/>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Role Family Discovery Quiz + 30+ roles + day-in-the-life</a:t>
            </a:r>
            <a:endParaRPr lang="en-US" sz="1000" dirty="0"/>
          </a:p>
        </p:txBody>
      </p:sp>
      <p:sp>
        <p:nvSpPr>
          <p:cNvPr id="16" name="Text 14"/>
          <p:cNvSpPr/>
          <p:nvPr/>
        </p:nvSpPr>
        <p:spPr>
          <a:xfrm>
            <a:off x="7863840" y="1572768"/>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0:15</a:t>
            </a:r>
            <a:endParaRPr lang="en-US" sz="1000" dirty="0"/>
          </a:p>
        </p:txBody>
      </p:sp>
      <p:sp>
        <p:nvSpPr>
          <p:cNvPr id="17" name="Shape 15"/>
          <p:cNvSpPr/>
          <p:nvPr/>
        </p:nvSpPr>
        <p:spPr>
          <a:xfrm>
            <a:off x="548640" y="2048256"/>
            <a:ext cx="8046720" cy="420624"/>
          </a:xfrm>
          <a:prstGeom prst="rect">
            <a:avLst/>
          </a:prstGeom>
          <a:solidFill>
            <a:srgbClr val="182635"/>
          </a:solidFill>
          <a:ln/>
        </p:spPr>
        <p:txBody>
          <a:bodyPr/>
          <a:lstStyle/>
          <a:p>
            <a:endParaRPr lang="en-US"/>
          </a:p>
        </p:txBody>
      </p:sp>
      <p:sp>
        <p:nvSpPr>
          <p:cNvPr id="18" name="Shape 16"/>
          <p:cNvSpPr/>
          <p:nvPr/>
        </p:nvSpPr>
        <p:spPr>
          <a:xfrm>
            <a:off x="548640" y="2048256"/>
            <a:ext cx="45720" cy="420624"/>
          </a:xfrm>
          <a:prstGeom prst="rect">
            <a:avLst/>
          </a:prstGeom>
          <a:solidFill>
            <a:srgbClr val="C4B5FD"/>
          </a:solidFill>
          <a:ln/>
        </p:spPr>
        <p:txBody>
          <a:bodyPr/>
          <a:lstStyle/>
          <a:p>
            <a:endParaRPr lang="en-US"/>
          </a:p>
        </p:txBody>
      </p:sp>
      <p:sp>
        <p:nvSpPr>
          <p:cNvPr id="19" name="Text 17"/>
          <p:cNvSpPr/>
          <p:nvPr/>
        </p:nvSpPr>
        <p:spPr>
          <a:xfrm>
            <a:off x="731520" y="2048256"/>
            <a:ext cx="411480" cy="420624"/>
          </a:xfrm>
          <a:prstGeom prst="rect">
            <a:avLst/>
          </a:prstGeom>
          <a:noFill/>
          <a:ln/>
        </p:spPr>
        <p:txBody>
          <a:bodyPr wrap="square" lIns="0" tIns="0" rIns="0" bIns="0" rtlCol="0" anchor="ctr"/>
          <a:lstStyle/>
          <a:p>
            <a:pPr marL="0" indent="0">
              <a:buNone/>
            </a:pPr>
            <a:r>
              <a:rPr lang="en-US" sz="1100" b="1" dirty="0">
                <a:solidFill>
                  <a:srgbClr val="C4B5FD"/>
                </a:solidFill>
                <a:latin typeface="Trebuchet MS" pitchFamily="34" charset="0"/>
                <a:ea typeface="Trebuchet MS" pitchFamily="34" charset="-122"/>
                <a:cs typeface="Trebuchet MS" pitchFamily="34" charset="-120"/>
              </a:rPr>
              <a:t>03</a:t>
            </a:r>
            <a:endParaRPr lang="en-US" sz="1100" dirty="0"/>
          </a:p>
        </p:txBody>
      </p:sp>
      <p:sp>
        <p:nvSpPr>
          <p:cNvPr id="20" name="Text 18"/>
          <p:cNvSpPr/>
          <p:nvPr/>
        </p:nvSpPr>
        <p:spPr>
          <a:xfrm>
            <a:off x="1234440" y="2048256"/>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AI + The SOC Analyst Future</a:t>
            </a:r>
            <a:endParaRPr lang="en-US" sz="1250" dirty="0"/>
          </a:p>
        </p:txBody>
      </p:sp>
      <p:sp>
        <p:nvSpPr>
          <p:cNvPr id="21" name="Text 19"/>
          <p:cNvSpPr/>
          <p:nvPr/>
        </p:nvSpPr>
        <p:spPr>
          <a:xfrm>
            <a:off x="3840480" y="2048256"/>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What AI is automating, what it can't, and your learning path</a:t>
            </a:r>
            <a:endParaRPr lang="en-US" sz="1000" dirty="0"/>
          </a:p>
        </p:txBody>
      </p:sp>
      <p:sp>
        <p:nvSpPr>
          <p:cNvPr id="22" name="Text 20"/>
          <p:cNvSpPr/>
          <p:nvPr/>
        </p:nvSpPr>
        <p:spPr>
          <a:xfrm>
            <a:off x="7863840" y="2048256"/>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0:35</a:t>
            </a:r>
            <a:endParaRPr lang="en-US" sz="1000" dirty="0"/>
          </a:p>
        </p:txBody>
      </p:sp>
      <p:sp>
        <p:nvSpPr>
          <p:cNvPr id="23" name="Shape 21"/>
          <p:cNvSpPr/>
          <p:nvPr/>
        </p:nvSpPr>
        <p:spPr>
          <a:xfrm>
            <a:off x="548640" y="2523744"/>
            <a:ext cx="8046720" cy="420624"/>
          </a:xfrm>
          <a:prstGeom prst="rect">
            <a:avLst/>
          </a:prstGeom>
          <a:solidFill>
            <a:srgbClr val="182635"/>
          </a:solidFill>
          <a:ln/>
        </p:spPr>
        <p:txBody>
          <a:bodyPr/>
          <a:lstStyle/>
          <a:p>
            <a:endParaRPr lang="en-US"/>
          </a:p>
        </p:txBody>
      </p:sp>
      <p:sp>
        <p:nvSpPr>
          <p:cNvPr id="24" name="Shape 22"/>
          <p:cNvSpPr/>
          <p:nvPr/>
        </p:nvSpPr>
        <p:spPr>
          <a:xfrm>
            <a:off x="548640" y="2523744"/>
            <a:ext cx="45720" cy="420624"/>
          </a:xfrm>
          <a:prstGeom prst="rect">
            <a:avLst/>
          </a:prstGeom>
          <a:solidFill>
            <a:srgbClr val="F7B267"/>
          </a:solidFill>
          <a:ln/>
        </p:spPr>
        <p:txBody>
          <a:bodyPr/>
          <a:lstStyle/>
          <a:p>
            <a:endParaRPr lang="en-US"/>
          </a:p>
        </p:txBody>
      </p:sp>
      <p:sp>
        <p:nvSpPr>
          <p:cNvPr id="25" name="Text 23"/>
          <p:cNvSpPr/>
          <p:nvPr/>
        </p:nvSpPr>
        <p:spPr>
          <a:xfrm>
            <a:off x="731520" y="2523744"/>
            <a:ext cx="411480" cy="420624"/>
          </a:xfrm>
          <a:prstGeom prst="rect">
            <a:avLst/>
          </a:prstGeom>
          <a:noFill/>
          <a:ln/>
        </p:spPr>
        <p:txBody>
          <a:bodyPr wrap="square" lIns="0" tIns="0" rIns="0" bIns="0" rtlCol="0" anchor="ctr"/>
          <a:lstStyle/>
          <a:p>
            <a:pPr marL="0" indent="0">
              <a:buNone/>
            </a:pPr>
            <a:r>
              <a:rPr lang="en-US" sz="1100" b="1" dirty="0">
                <a:solidFill>
                  <a:srgbClr val="F7B267"/>
                </a:solidFill>
                <a:latin typeface="Trebuchet MS" pitchFamily="34" charset="0"/>
                <a:ea typeface="Trebuchet MS" pitchFamily="34" charset="-122"/>
                <a:cs typeface="Trebuchet MS" pitchFamily="34" charset="-120"/>
              </a:rPr>
              <a:t>04</a:t>
            </a:r>
            <a:endParaRPr lang="en-US" sz="1100" dirty="0"/>
          </a:p>
        </p:txBody>
      </p:sp>
      <p:sp>
        <p:nvSpPr>
          <p:cNvPr id="26" name="Text 24"/>
          <p:cNvSpPr/>
          <p:nvPr/>
        </p:nvSpPr>
        <p:spPr>
          <a:xfrm>
            <a:off x="1234440" y="2523744"/>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GRC: The Underrated Path</a:t>
            </a:r>
            <a:endParaRPr lang="en-US" sz="1250" dirty="0"/>
          </a:p>
        </p:txBody>
      </p:sp>
      <p:sp>
        <p:nvSpPr>
          <p:cNvPr id="27" name="Text 25"/>
          <p:cNvSpPr/>
          <p:nvPr/>
        </p:nvSpPr>
        <p:spPr>
          <a:xfrm>
            <a:off x="3840480" y="2523744"/>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Deep dive into governance, risk, compliance + framework comparison</a:t>
            </a:r>
            <a:endParaRPr lang="en-US" sz="1000" dirty="0"/>
          </a:p>
        </p:txBody>
      </p:sp>
      <p:sp>
        <p:nvSpPr>
          <p:cNvPr id="28" name="Text 26"/>
          <p:cNvSpPr/>
          <p:nvPr/>
        </p:nvSpPr>
        <p:spPr>
          <a:xfrm>
            <a:off x="7863840" y="2523744"/>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0:50</a:t>
            </a:r>
            <a:endParaRPr lang="en-US" sz="1000" dirty="0"/>
          </a:p>
        </p:txBody>
      </p:sp>
      <p:sp>
        <p:nvSpPr>
          <p:cNvPr id="29" name="Shape 27"/>
          <p:cNvSpPr/>
          <p:nvPr/>
        </p:nvSpPr>
        <p:spPr>
          <a:xfrm>
            <a:off x="548640" y="2999232"/>
            <a:ext cx="8046720" cy="420624"/>
          </a:xfrm>
          <a:prstGeom prst="rect">
            <a:avLst/>
          </a:prstGeom>
          <a:solidFill>
            <a:srgbClr val="182635"/>
          </a:solidFill>
          <a:ln/>
        </p:spPr>
        <p:txBody>
          <a:bodyPr/>
          <a:lstStyle/>
          <a:p>
            <a:endParaRPr lang="en-US"/>
          </a:p>
        </p:txBody>
      </p:sp>
      <p:sp>
        <p:nvSpPr>
          <p:cNvPr id="30" name="Shape 28"/>
          <p:cNvSpPr/>
          <p:nvPr/>
        </p:nvSpPr>
        <p:spPr>
          <a:xfrm>
            <a:off x="548640" y="2999232"/>
            <a:ext cx="45720" cy="420624"/>
          </a:xfrm>
          <a:prstGeom prst="rect">
            <a:avLst/>
          </a:prstGeom>
          <a:solidFill>
            <a:srgbClr val="38A169"/>
          </a:solidFill>
          <a:ln/>
        </p:spPr>
        <p:txBody>
          <a:bodyPr/>
          <a:lstStyle/>
          <a:p>
            <a:endParaRPr lang="en-US"/>
          </a:p>
        </p:txBody>
      </p:sp>
      <p:sp>
        <p:nvSpPr>
          <p:cNvPr id="31" name="Text 29"/>
          <p:cNvSpPr/>
          <p:nvPr/>
        </p:nvSpPr>
        <p:spPr>
          <a:xfrm>
            <a:off x="731520" y="2999232"/>
            <a:ext cx="411480" cy="420624"/>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05</a:t>
            </a:r>
            <a:endParaRPr lang="en-US" sz="1100" dirty="0"/>
          </a:p>
        </p:txBody>
      </p:sp>
      <p:sp>
        <p:nvSpPr>
          <p:cNvPr id="32" name="Text 30"/>
          <p:cNvSpPr/>
          <p:nvPr/>
        </p:nvSpPr>
        <p:spPr>
          <a:xfrm>
            <a:off x="1234440" y="2999232"/>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Build in Public</a:t>
            </a:r>
            <a:endParaRPr lang="en-US" sz="1250" dirty="0"/>
          </a:p>
        </p:txBody>
      </p:sp>
      <p:sp>
        <p:nvSpPr>
          <p:cNvPr id="33" name="Text 31"/>
          <p:cNvSpPr/>
          <p:nvPr/>
        </p:nvSpPr>
        <p:spPr>
          <a:xfrm>
            <a:off x="3840480" y="2999232"/>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What to create and share for each role family</a:t>
            </a:r>
            <a:endParaRPr lang="en-US" sz="1000" dirty="0"/>
          </a:p>
        </p:txBody>
      </p:sp>
      <p:sp>
        <p:nvSpPr>
          <p:cNvPr id="34" name="Text 32"/>
          <p:cNvSpPr/>
          <p:nvPr/>
        </p:nvSpPr>
        <p:spPr>
          <a:xfrm>
            <a:off x="7863840" y="2999232"/>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1:05</a:t>
            </a:r>
            <a:endParaRPr lang="en-US" sz="1000" dirty="0"/>
          </a:p>
        </p:txBody>
      </p:sp>
      <p:sp>
        <p:nvSpPr>
          <p:cNvPr id="35" name="Shape 33"/>
          <p:cNvSpPr/>
          <p:nvPr/>
        </p:nvSpPr>
        <p:spPr>
          <a:xfrm>
            <a:off x="548640" y="3474720"/>
            <a:ext cx="8046720" cy="420624"/>
          </a:xfrm>
          <a:prstGeom prst="rect">
            <a:avLst/>
          </a:prstGeom>
          <a:solidFill>
            <a:srgbClr val="2D3F52"/>
          </a:solidFill>
          <a:ln/>
        </p:spPr>
        <p:txBody>
          <a:bodyPr/>
          <a:lstStyle/>
          <a:p>
            <a:endParaRPr lang="en-US"/>
          </a:p>
        </p:txBody>
      </p:sp>
      <p:sp>
        <p:nvSpPr>
          <p:cNvPr id="36" name="Shape 34"/>
          <p:cNvSpPr/>
          <p:nvPr/>
        </p:nvSpPr>
        <p:spPr>
          <a:xfrm>
            <a:off x="548640" y="3474720"/>
            <a:ext cx="45720" cy="420624"/>
          </a:xfrm>
          <a:prstGeom prst="rect">
            <a:avLst/>
          </a:prstGeom>
          <a:solidFill>
            <a:srgbClr val="718096"/>
          </a:solidFill>
          <a:ln/>
        </p:spPr>
        <p:txBody>
          <a:bodyPr/>
          <a:lstStyle/>
          <a:p>
            <a:endParaRPr lang="en-US"/>
          </a:p>
        </p:txBody>
      </p:sp>
      <p:sp>
        <p:nvSpPr>
          <p:cNvPr id="37" name="Text 35"/>
          <p:cNvSpPr/>
          <p:nvPr/>
        </p:nvSpPr>
        <p:spPr>
          <a:xfrm>
            <a:off x="731520" y="3474720"/>
            <a:ext cx="411480" cy="420624"/>
          </a:xfrm>
          <a:prstGeom prst="rect">
            <a:avLst/>
          </a:prstGeom>
          <a:noFill/>
          <a:ln/>
        </p:spPr>
        <p:txBody>
          <a:bodyPr wrap="square" lIns="0" tIns="0" rIns="0" bIns="0" rtlCol="0" anchor="ctr"/>
          <a:lstStyle/>
          <a:p>
            <a:pPr marL="0" indent="0">
              <a:buNone/>
            </a:pPr>
            <a:r>
              <a:rPr lang="en-US" sz="1100" b="1" dirty="0">
                <a:solidFill>
                  <a:srgbClr val="718096"/>
                </a:solidFill>
                <a:latin typeface="Trebuchet MS" pitchFamily="34" charset="0"/>
                <a:ea typeface="Trebuchet MS" pitchFamily="34" charset="-122"/>
                <a:cs typeface="Trebuchet MS" pitchFamily="34" charset="-120"/>
              </a:rPr>
              <a:t>06</a:t>
            </a:r>
            <a:endParaRPr lang="en-US" sz="1100" dirty="0"/>
          </a:p>
        </p:txBody>
      </p:sp>
      <p:sp>
        <p:nvSpPr>
          <p:cNvPr id="38" name="Text 36"/>
          <p:cNvSpPr/>
          <p:nvPr/>
        </p:nvSpPr>
        <p:spPr>
          <a:xfrm>
            <a:off x="1234440" y="3474720"/>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BREAK</a:t>
            </a:r>
            <a:endParaRPr lang="en-US" sz="1250" dirty="0"/>
          </a:p>
        </p:txBody>
      </p:sp>
      <p:sp>
        <p:nvSpPr>
          <p:cNvPr id="39" name="Text 37"/>
          <p:cNvSpPr/>
          <p:nvPr/>
        </p:nvSpPr>
        <p:spPr>
          <a:xfrm>
            <a:off x="3840480" y="3474720"/>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Stand up, stretch, find a new partner</a:t>
            </a:r>
            <a:endParaRPr lang="en-US" sz="1000" dirty="0"/>
          </a:p>
        </p:txBody>
      </p:sp>
      <p:sp>
        <p:nvSpPr>
          <p:cNvPr id="40" name="Text 38"/>
          <p:cNvSpPr/>
          <p:nvPr/>
        </p:nvSpPr>
        <p:spPr>
          <a:xfrm>
            <a:off x="7863840" y="3474720"/>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1:15</a:t>
            </a:r>
            <a:endParaRPr lang="en-US" sz="1000" dirty="0"/>
          </a:p>
        </p:txBody>
      </p:sp>
      <p:sp>
        <p:nvSpPr>
          <p:cNvPr id="41" name="Shape 39"/>
          <p:cNvSpPr/>
          <p:nvPr/>
        </p:nvSpPr>
        <p:spPr>
          <a:xfrm>
            <a:off x="548640" y="3950208"/>
            <a:ext cx="8046720" cy="420624"/>
          </a:xfrm>
          <a:prstGeom prst="rect">
            <a:avLst/>
          </a:prstGeom>
          <a:solidFill>
            <a:srgbClr val="182635"/>
          </a:solidFill>
          <a:ln/>
        </p:spPr>
        <p:txBody>
          <a:bodyPr/>
          <a:lstStyle/>
          <a:p>
            <a:endParaRPr lang="en-US"/>
          </a:p>
        </p:txBody>
      </p:sp>
      <p:sp>
        <p:nvSpPr>
          <p:cNvPr id="42" name="Shape 40"/>
          <p:cNvSpPr/>
          <p:nvPr/>
        </p:nvSpPr>
        <p:spPr>
          <a:xfrm>
            <a:off x="548640" y="3950208"/>
            <a:ext cx="45720" cy="420624"/>
          </a:xfrm>
          <a:prstGeom prst="rect">
            <a:avLst/>
          </a:prstGeom>
          <a:solidFill>
            <a:srgbClr val="E8553D"/>
          </a:solidFill>
          <a:ln/>
        </p:spPr>
        <p:txBody>
          <a:bodyPr/>
          <a:lstStyle/>
          <a:p>
            <a:endParaRPr lang="en-US"/>
          </a:p>
        </p:txBody>
      </p:sp>
      <p:sp>
        <p:nvSpPr>
          <p:cNvPr id="43" name="Text 41"/>
          <p:cNvSpPr/>
          <p:nvPr/>
        </p:nvSpPr>
        <p:spPr>
          <a:xfrm>
            <a:off x="731520" y="3950208"/>
            <a:ext cx="411480" cy="420624"/>
          </a:xfrm>
          <a:prstGeom prst="rect">
            <a:avLst/>
          </a:prstGeom>
          <a:noFill/>
          <a:ln/>
        </p:spPr>
        <p:txBody>
          <a:bodyPr wrap="square" lIns="0" tIns="0" rIns="0" bIns="0" rtlCol="0" anchor="ctr"/>
          <a:lstStyle/>
          <a:p>
            <a:pPr marL="0" indent="0">
              <a:buNone/>
            </a:pPr>
            <a:r>
              <a:rPr lang="en-US" sz="1100" b="1" dirty="0">
                <a:solidFill>
                  <a:srgbClr val="E8553D"/>
                </a:solidFill>
                <a:latin typeface="Trebuchet MS" pitchFamily="34" charset="0"/>
                <a:ea typeface="Trebuchet MS" pitchFamily="34" charset="-122"/>
                <a:cs typeface="Trebuchet MS" pitchFamily="34" charset="-120"/>
              </a:rPr>
              <a:t>07</a:t>
            </a:r>
            <a:endParaRPr lang="en-US" sz="1100" dirty="0"/>
          </a:p>
        </p:txBody>
      </p:sp>
      <p:sp>
        <p:nvSpPr>
          <p:cNvPr id="44" name="Text 42"/>
          <p:cNvSpPr/>
          <p:nvPr/>
        </p:nvSpPr>
        <p:spPr>
          <a:xfrm>
            <a:off x="1234440" y="3950208"/>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Getting Hired</a:t>
            </a:r>
            <a:endParaRPr lang="en-US" sz="1250" dirty="0"/>
          </a:p>
        </p:txBody>
      </p:sp>
      <p:sp>
        <p:nvSpPr>
          <p:cNvPr id="45" name="Text 43"/>
          <p:cNvSpPr/>
          <p:nvPr/>
        </p:nvSpPr>
        <p:spPr>
          <a:xfrm>
            <a:off x="3840480" y="3950208"/>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Resumes, interviews, ATS, LinkedIn + live resume workshop</a:t>
            </a:r>
            <a:endParaRPr lang="en-US" sz="1000" dirty="0"/>
          </a:p>
        </p:txBody>
      </p:sp>
      <p:sp>
        <p:nvSpPr>
          <p:cNvPr id="46" name="Text 44"/>
          <p:cNvSpPr/>
          <p:nvPr/>
        </p:nvSpPr>
        <p:spPr>
          <a:xfrm>
            <a:off x="7863840" y="3950208"/>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1:20</a:t>
            </a:r>
            <a:endParaRPr lang="en-US" sz="1000" dirty="0"/>
          </a:p>
        </p:txBody>
      </p:sp>
      <p:sp>
        <p:nvSpPr>
          <p:cNvPr id="47" name="Shape 45"/>
          <p:cNvSpPr/>
          <p:nvPr/>
        </p:nvSpPr>
        <p:spPr>
          <a:xfrm>
            <a:off x="548640" y="4425696"/>
            <a:ext cx="8046720" cy="420624"/>
          </a:xfrm>
          <a:prstGeom prst="rect">
            <a:avLst/>
          </a:prstGeom>
          <a:solidFill>
            <a:srgbClr val="182635"/>
          </a:solidFill>
          <a:ln/>
        </p:spPr>
        <p:txBody>
          <a:bodyPr/>
          <a:lstStyle/>
          <a:p>
            <a:endParaRPr lang="en-US"/>
          </a:p>
        </p:txBody>
      </p:sp>
      <p:sp>
        <p:nvSpPr>
          <p:cNvPr id="48" name="Shape 46"/>
          <p:cNvSpPr/>
          <p:nvPr/>
        </p:nvSpPr>
        <p:spPr>
          <a:xfrm>
            <a:off x="548640" y="4425696"/>
            <a:ext cx="45720" cy="420624"/>
          </a:xfrm>
          <a:prstGeom prst="rect">
            <a:avLst/>
          </a:prstGeom>
          <a:solidFill>
            <a:srgbClr val="3B82F6"/>
          </a:solidFill>
          <a:ln/>
        </p:spPr>
        <p:txBody>
          <a:bodyPr/>
          <a:lstStyle/>
          <a:p>
            <a:endParaRPr lang="en-US"/>
          </a:p>
        </p:txBody>
      </p:sp>
      <p:sp>
        <p:nvSpPr>
          <p:cNvPr id="49" name="Text 47"/>
          <p:cNvSpPr/>
          <p:nvPr/>
        </p:nvSpPr>
        <p:spPr>
          <a:xfrm>
            <a:off x="731520" y="4425696"/>
            <a:ext cx="411480" cy="420624"/>
          </a:xfrm>
          <a:prstGeom prst="rect">
            <a:avLst/>
          </a:prstGeom>
          <a:noFill/>
          <a:ln/>
        </p:spPr>
        <p:txBody>
          <a:bodyPr wrap="square" lIns="0" tIns="0" rIns="0" bIns="0" rtlCol="0" anchor="ctr"/>
          <a:lstStyle/>
          <a:p>
            <a:pPr marL="0" indent="0">
              <a:buNone/>
            </a:pPr>
            <a:r>
              <a:rPr lang="en-US" sz="1100" b="1" dirty="0">
                <a:solidFill>
                  <a:srgbClr val="3B82F6"/>
                </a:solidFill>
                <a:latin typeface="Trebuchet MS" pitchFamily="34" charset="0"/>
                <a:ea typeface="Trebuchet MS" pitchFamily="34" charset="-122"/>
                <a:cs typeface="Trebuchet MS" pitchFamily="34" charset="-120"/>
              </a:rPr>
              <a:t>08</a:t>
            </a:r>
            <a:endParaRPr lang="en-US" sz="1100" dirty="0"/>
          </a:p>
        </p:txBody>
      </p:sp>
      <p:sp>
        <p:nvSpPr>
          <p:cNvPr id="50" name="Text 48"/>
          <p:cNvSpPr/>
          <p:nvPr/>
        </p:nvSpPr>
        <p:spPr>
          <a:xfrm>
            <a:off x="1234440" y="4425696"/>
            <a:ext cx="2560320" cy="420624"/>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Mindset + Next Steps</a:t>
            </a:r>
            <a:endParaRPr lang="en-US" sz="1250" dirty="0"/>
          </a:p>
        </p:txBody>
      </p:sp>
      <p:sp>
        <p:nvSpPr>
          <p:cNvPr id="51" name="Text 49"/>
          <p:cNvSpPr/>
          <p:nvPr/>
        </p:nvSpPr>
        <p:spPr>
          <a:xfrm>
            <a:off x="3840480" y="4425696"/>
            <a:ext cx="3840480" cy="420624"/>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Imposter syndrome, 30-day sprint, accountability partners</a:t>
            </a:r>
            <a:endParaRPr lang="en-US" sz="1000" dirty="0"/>
          </a:p>
        </p:txBody>
      </p:sp>
      <p:sp>
        <p:nvSpPr>
          <p:cNvPr id="52" name="Text 50"/>
          <p:cNvSpPr/>
          <p:nvPr/>
        </p:nvSpPr>
        <p:spPr>
          <a:xfrm>
            <a:off x="7863840" y="4425696"/>
            <a:ext cx="640080" cy="420624"/>
          </a:xfrm>
          <a:prstGeom prst="rect">
            <a:avLst/>
          </a:prstGeom>
          <a:noFill/>
          <a:ln/>
        </p:spPr>
        <p:txBody>
          <a:bodyPr wrap="square" lIns="0" tIns="0" rIns="0" bIns="0" rtlCol="0" anchor="ctr"/>
          <a:lstStyle/>
          <a:p>
            <a:pPr marL="0" indent="0" algn="r">
              <a:buNone/>
            </a:pPr>
            <a:r>
              <a:rPr lang="en-US" sz="1000" dirty="0">
                <a:solidFill>
                  <a:srgbClr val="718096"/>
                </a:solidFill>
                <a:latin typeface="Calibri" pitchFamily="34" charset="0"/>
                <a:ea typeface="Calibri" pitchFamily="34" charset="-122"/>
                <a:cs typeface="Calibri" pitchFamily="34" charset="-120"/>
              </a:rPr>
              <a:t>1:45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8288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Why Cybersecurity Matters</a:t>
            </a:r>
            <a:endParaRPr lang="en-US" sz="3000" dirty="0"/>
          </a:p>
        </p:txBody>
      </p:sp>
      <p:sp>
        <p:nvSpPr>
          <p:cNvPr id="4" name="Text 2"/>
          <p:cNvSpPr/>
          <p:nvPr/>
        </p:nvSpPr>
        <p:spPr>
          <a:xfrm>
            <a:off x="548640" y="685800"/>
            <a:ext cx="6400800" cy="274320"/>
          </a:xfrm>
          <a:prstGeom prst="rect">
            <a:avLst/>
          </a:prstGeom>
          <a:noFill/>
          <a:ln/>
        </p:spPr>
        <p:txBody>
          <a:bodyPr wrap="square" lIns="0" tIns="0" rIns="0" bIns="0" rtlCol="0" anchor="ctr"/>
          <a:lstStyle/>
          <a:p>
            <a:pPr marL="0" indent="0">
              <a:buNone/>
            </a:pPr>
            <a:r>
              <a:rPr lang="en-US" sz="1300" i="1" dirty="0">
                <a:solidFill>
                  <a:srgbClr val="F7B267"/>
                </a:solidFill>
                <a:latin typeface="Calibri" pitchFamily="34" charset="0"/>
                <a:ea typeface="Calibri" pitchFamily="34" charset="-122"/>
                <a:cs typeface="Calibri" pitchFamily="34" charset="-120"/>
              </a:rPr>
              <a:t>It's not just about hackers. It's about trust.</a:t>
            </a:r>
            <a:endParaRPr lang="en-US" sz="1300" dirty="0"/>
          </a:p>
        </p:txBody>
      </p:sp>
      <p:sp>
        <p:nvSpPr>
          <p:cNvPr id="5" name="Shape 3"/>
          <p:cNvSpPr/>
          <p:nvPr/>
        </p:nvSpPr>
        <p:spPr>
          <a:xfrm>
            <a:off x="548640" y="1188720"/>
            <a:ext cx="1874520" cy="2011680"/>
          </a:xfrm>
          <a:prstGeom prst="rect">
            <a:avLst/>
          </a:prstGeom>
          <a:solidFill>
            <a:srgbClr val="182635"/>
          </a:solidFill>
          <a:ln/>
        </p:spPr>
        <p:txBody>
          <a:bodyPr/>
          <a:lstStyle/>
          <a:p>
            <a:endParaRPr lang="en-US"/>
          </a:p>
        </p:txBody>
      </p:sp>
      <p:sp>
        <p:nvSpPr>
          <p:cNvPr id="6" name="Shape 4"/>
          <p:cNvSpPr/>
          <p:nvPr/>
        </p:nvSpPr>
        <p:spPr>
          <a:xfrm>
            <a:off x="548640" y="1188720"/>
            <a:ext cx="1874520" cy="54864"/>
          </a:xfrm>
          <a:prstGeom prst="rect">
            <a:avLst/>
          </a:prstGeom>
          <a:solidFill>
            <a:srgbClr val="E8553D"/>
          </a:solidFill>
          <a:ln/>
        </p:spPr>
        <p:txBody>
          <a:bodyPr/>
          <a:lstStyle/>
          <a:p>
            <a:endParaRPr lang="en-US"/>
          </a:p>
        </p:txBody>
      </p:sp>
      <p:sp>
        <p:nvSpPr>
          <p:cNvPr id="7" name="Text 5"/>
          <p:cNvSpPr/>
          <p:nvPr/>
        </p:nvSpPr>
        <p:spPr>
          <a:xfrm>
            <a:off x="548640" y="1417320"/>
            <a:ext cx="1874520" cy="731520"/>
          </a:xfrm>
          <a:prstGeom prst="rect">
            <a:avLst/>
          </a:prstGeom>
          <a:noFill/>
          <a:ln/>
        </p:spPr>
        <p:txBody>
          <a:bodyPr wrap="square" lIns="0" tIns="0" rIns="0" bIns="0" rtlCol="0" anchor="ctr"/>
          <a:lstStyle/>
          <a:p>
            <a:pPr marL="0" indent="0" algn="ctr">
              <a:buNone/>
            </a:pPr>
            <a:r>
              <a:rPr lang="en-US" sz="3600" b="1" dirty="0">
                <a:solidFill>
                  <a:srgbClr val="E8553D"/>
                </a:solidFill>
                <a:latin typeface="Trebuchet MS" pitchFamily="34" charset="0"/>
                <a:ea typeface="Trebuchet MS" pitchFamily="34" charset="-122"/>
                <a:cs typeface="Trebuchet MS" pitchFamily="34" charset="-120"/>
              </a:rPr>
              <a:t>$4.88M</a:t>
            </a:r>
            <a:endParaRPr lang="en-US" sz="3600" dirty="0"/>
          </a:p>
        </p:txBody>
      </p:sp>
      <p:sp>
        <p:nvSpPr>
          <p:cNvPr id="8" name="Text 6"/>
          <p:cNvSpPr/>
          <p:nvPr/>
        </p:nvSpPr>
        <p:spPr>
          <a:xfrm>
            <a:off x="548640" y="2194560"/>
            <a:ext cx="1874520" cy="731520"/>
          </a:xfrm>
          <a:prstGeom prst="rect">
            <a:avLst/>
          </a:prstGeom>
          <a:noFill/>
          <a:ln/>
        </p:spPr>
        <p:txBody>
          <a:bodyPr wrap="square" lIns="0" tIns="0" rIns="0" bIns="0" rtlCol="0" anchor="t"/>
          <a:lstStyle/>
          <a:p>
            <a:pPr marL="0" indent="0" algn="ctr">
              <a:buNone/>
            </a:pPr>
            <a:r>
              <a:rPr lang="en-US" sz="1150" dirty="0">
                <a:solidFill>
                  <a:srgbClr val="CBD5E0"/>
                </a:solidFill>
                <a:latin typeface="Calibri" pitchFamily="34" charset="0"/>
                <a:ea typeface="Calibri" pitchFamily="34" charset="-122"/>
                <a:cs typeface="Calibri" pitchFamily="34" charset="-120"/>
              </a:rPr>
              <a:t>Average cost of</a:t>
            </a:r>
            <a:endParaRPr lang="en-US" sz="1150" dirty="0"/>
          </a:p>
          <a:p>
            <a:pPr marL="0" indent="0" algn="ctr">
              <a:buNone/>
            </a:pPr>
            <a:r>
              <a:rPr lang="en-US" sz="1150" dirty="0">
                <a:solidFill>
                  <a:srgbClr val="CBD5E0"/>
                </a:solidFill>
                <a:latin typeface="Calibri" pitchFamily="34" charset="0"/>
                <a:ea typeface="Calibri" pitchFamily="34" charset="-122"/>
                <a:cs typeface="Calibri" pitchFamily="34" charset="-120"/>
              </a:rPr>
              <a:t>a data breach (2024)</a:t>
            </a:r>
            <a:endParaRPr lang="en-US" sz="1150" dirty="0"/>
          </a:p>
        </p:txBody>
      </p:sp>
      <p:sp>
        <p:nvSpPr>
          <p:cNvPr id="9" name="Shape 7"/>
          <p:cNvSpPr/>
          <p:nvPr/>
        </p:nvSpPr>
        <p:spPr>
          <a:xfrm>
            <a:off x="2606040" y="1188720"/>
            <a:ext cx="1874520" cy="2011680"/>
          </a:xfrm>
          <a:prstGeom prst="rect">
            <a:avLst/>
          </a:prstGeom>
          <a:solidFill>
            <a:srgbClr val="182635"/>
          </a:solidFill>
          <a:ln/>
        </p:spPr>
        <p:txBody>
          <a:bodyPr/>
          <a:lstStyle/>
          <a:p>
            <a:endParaRPr lang="en-US"/>
          </a:p>
        </p:txBody>
      </p:sp>
      <p:sp>
        <p:nvSpPr>
          <p:cNvPr id="10" name="Shape 8"/>
          <p:cNvSpPr/>
          <p:nvPr/>
        </p:nvSpPr>
        <p:spPr>
          <a:xfrm>
            <a:off x="2606040" y="1188720"/>
            <a:ext cx="1874520" cy="54864"/>
          </a:xfrm>
          <a:prstGeom prst="rect">
            <a:avLst/>
          </a:prstGeom>
          <a:solidFill>
            <a:srgbClr val="2B9EA2"/>
          </a:solidFill>
          <a:ln/>
        </p:spPr>
        <p:txBody>
          <a:bodyPr/>
          <a:lstStyle/>
          <a:p>
            <a:endParaRPr lang="en-US"/>
          </a:p>
        </p:txBody>
      </p:sp>
      <p:sp>
        <p:nvSpPr>
          <p:cNvPr id="11" name="Text 9"/>
          <p:cNvSpPr/>
          <p:nvPr/>
        </p:nvSpPr>
        <p:spPr>
          <a:xfrm>
            <a:off x="2606040" y="1417320"/>
            <a:ext cx="1874520" cy="731520"/>
          </a:xfrm>
          <a:prstGeom prst="rect">
            <a:avLst/>
          </a:prstGeom>
          <a:noFill/>
          <a:ln/>
        </p:spPr>
        <p:txBody>
          <a:bodyPr wrap="square" lIns="0" tIns="0" rIns="0" bIns="0" rtlCol="0" anchor="ctr"/>
          <a:lstStyle/>
          <a:p>
            <a:pPr marL="0" indent="0" algn="ctr">
              <a:buNone/>
            </a:pPr>
            <a:r>
              <a:rPr lang="en-US" sz="3600" b="1" dirty="0">
                <a:solidFill>
                  <a:srgbClr val="2B9EA2"/>
                </a:solidFill>
                <a:latin typeface="Trebuchet MS" pitchFamily="34" charset="0"/>
                <a:ea typeface="Trebuchet MS" pitchFamily="34" charset="-122"/>
                <a:cs typeface="Trebuchet MS" pitchFamily="34" charset="-120"/>
              </a:rPr>
              <a:t>514K+</a:t>
            </a:r>
            <a:endParaRPr lang="en-US" sz="3600" dirty="0"/>
          </a:p>
        </p:txBody>
      </p:sp>
      <p:sp>
        <p:nvSpPr>
          <p:cNvPr id="12" name="Text 10"/>
          <p:cNvSpPr/>
          <p:nvPr/>
        </p:nvSpPr>
        <p:spPr>
          <a:xfrm>
            <a:off x="2606040" y="2194560"/>
            <a:ext cx="1874520" cy="731520"/>
          </a:xfrm>
          <a:prstGeom prst="rect">
            <a:avLst/>
          </a:prstGeom>
          <a:noFill/>
          <a:ln/>
        </p:spPr>
        <p:txBody>
          <a:bodyPr wrap="square" lIns="0" tIns="0" rIns="0" bIns="0" rtlCol="0" anchor="t"/>
          <a:lstStyle/>
          <a:p>
            <a:pPr marL="0" indent="0" algn="ctr">
              <a:buNone/>
            </a:pPr>
            <a:r>
              <a:rPr lang="en-US" sz="1150" dirty="0">
                <a:solidFill>
                  <a:srgbClr val="CBD5E0"/>
                </a:solidFill>
                <a:latin typeface="Calibri" pitchFamily="34" charset="0"/>
                <a:ea typeface="Calibri" pitchFamily="34" charset="-122"/>
                <a:cs typeface="Calibri" pitchFamily="34" charset="-120"/>
              </a:rPr>
              <a:t>Open cybersecurity</a:t>
            </a:r>
            <a:endParaRPr lang="en-US" sz="1150" dirty="0"/>
          </a:p>
          <a:p>
            <a:pPr marL="0" indent="0" algn="ctr">
              <a:buNone/>
            </a:pPr>
            <a:r>
              <a:rPr lang="en-US" sz="1150" dirty="0">
                <a:solidFill>
                  <a:srgbClr val="CBD5E0"/>
                </a:solidFill>
                <a:latin typeface="Calibri" pitchFamily="34" charset="0"/>
                <a:ea typeface="Calibri" pitchFamily="34" charset="-122"/>
                <a:cs typeface="Calibri" pitchFamily="34" charset="-120"/>
              </a:rPr>
              <a:t>jobs in the U.S.</a:t>
            </a:r>
            <a:endParaRPr lang="en-US" sz="1150" dirty="0"/>
          </a:p>
        </p:txBody>
      </p:sp>
      <p:sp>
        <p:nvSpPr>
          <p:cNvPr id="13" name="Shape 11"/>
          <p:cNvSpPr/>
          <p:nvPr/>
        </p:nvSpPr>
        <p:spPr>
          <a:xfrm>
            <a:off x="4663440" y="1188720"/>
            <a:ext cx="1874520" cy="2011680"/>
          </a:xfrm>
          <a:prstGeom prst="rect">
            <a:avLst/>
          </a:prstGeom>
          <a:solidFill>
            <a:srgbClr val="182635"/>
          </a:solidFill>
          <a:ln/>
        </p:spPr>
        <p:txBody>
          <a:bodyPr/>
          <a:lstStyle/>
          <a:p>
            <a:endParaRPr lang="en-US"/>
          </a:p>
        </p:txBody>
      </p:sp>
      <p:sp>
        <p:nvSpPr>
          <p:cNvPr id="14" name="Shape 12"/>
          <p:cNvSpPr/>
          <p:nvPr/>
        </p:nvSpPr>
        <p:spPr>
          <a:xfrm>
            <a:off x="4663440" y="1188720"/>
            <a:ext cx="1874520" cy="54864"/>
          </a:xfrm>
          <a:prstGeom prst="rect">
            <a:avLst/>
          </a:prstGeom>
          <a:solidFill>
            <a:srgbClr val="38A169"/>
          </a:solidFill>
          <a:ln/>
        </p:spPr>
        <p:txBody>
          <a:bodyPr/>
          <a:lstStyle/>
          <a:p>
            <a:endParaRPr lang="en-US"/>
          </a:p>
        </p:txBody>
      </p:sp>
      <p:sp>
        <p:nvSpPr>
          <p:cNvPr id="15" name="Text 13"/>
          <p:cNvSpPr/>
          <p:nvPr/>
        </p:nvSpPr>
        <p:spPr>
          <a:xfrm>
            <a:off x="4663440" y="1417320"/>
            <a:ext cx="1874520" cy="731520"/>
          </a:xfrm>
          <a:prstGeom prst="rect">
            <a:avLst/>
          </a:prstGeom>
          <a:noFill/>
          <a:ln/>
        </p:spPr>
        <p:txBody>
          <a:bodyPr wrap="square" lIns="0" tIns="0" rIns="0" bIns="0" rtlCol="0" anchor="ctr"/>
          <a:lstStyle/>
          <a:p>
            <a:pPr marL="0" indent="0" algn="ctr">
              <a:buNone/>
            </a:pPr>
            <a:r>
              <a:rPr lang="en-US" sz="3600" b="1" dirty="0">
                <a:solidFill>
                  <a:srgbClr val="38A169"/>
                </a:solidFill>
                <a:latin typeface="Trebuchet MS" pitchFamily="34" charset="0"/>
                <a:ea typeface="Trebuchet MS" pitchFamily="34" charset="-122"/>
                <a:cs typeface="Trebuchet MS" pitchFamily="34" charset="-120"/>
              </a:rPr>
              <a:t>33%</a:t>
            </a:r>
            <a:endParaRPr lang="en-US" sz="3600" dirty="0"/>
          </a:p>
        </p:txBody>
      </p:sp>
      <p:sp>
        <p:nvSpPr>
          <p:cNvPr id="16" name="Text 14"/>
          <p:cNvSpPr/>
          <p:nvPr/>
        </p:nvSpPr>
        <p:spPr>
          <a:xfrm>
            <a:off x="4663440" y="2194560"/>
            <a:ext cx="1874520" cy="731520"/>
          </a:xfrm>
          <a:prstGeom prst="rect">
            <a:avLst/>
          </a:prstGeom>
          <a:noFill/>
          <a:ln/>
        </p:spPr>
        <p:txBody>
          <a:bodyPr wrap="square" lIns="0" tIns="0" rIns="0" bIns="0" rtlCol="0" anchor="t"/>
          <a:lstStyle/>
          <a:p>
            <a:pPr marL="0" indent="0" algn="ctr">
              <a:buNone/>
            </a:pPr>
            <a:r>
              <a:rPr lang="en-US" sz="1150" dirty="0">
                <a:solidFill>
                  <a:srgbClr val="CBD5E0"/>
                </a:solidFill>
                <a:latin typeface="Calibri" pitchFamily="34" charset="0"/>
                <a:ea typeface="Calibri" pitchFamily="34" charset="-122"/>
                <a:cs typeface="Calibri" pitchFamily="34" charset="-120"/>
              </a:rPr>
              <a:t>Projected job growth</a:t>
            </a:r>
            <a:endParaRPr lang="en-US" sz="1150" dirty="0"/>
          </a:p>
          <a:p>
            <a:pPr marL="0" indent="0" algn="ctr">
              <a:buNone/>
            </a:pPr>
            <a:r>
              <a:rPr lang="en-US" sz="1150" dirty="0">
                <a:solidFill>
                  <a:srgbClr val="CBD5E0"/>
                </a:solidFill>
                <a:latin typeface="Calibri" pitchFamily="34" charset="0"/>
                <a:ea typeface="Calibri" pitchFamily="34" charset="-122"/>
                <a:cs typeface="Calibri" pitchFamily="34" charset="-120"/>
              </a:rPr>
              <a:t>through 2033</a:t>
            </a:r>
            <a:endParaRPr lang="en-US" sz="1150" dirty="0"/>
          </a:p>
        </p:txBody>
      </p:sp>
      <p:sp>
        <p:nvSpPr>
          <p:cNvPr id="17" name="Shape 15"/>
          <p:cNvSpPr/>
          <p:nvPr/>
        </p:nvSpPr>
        <p:spPr>
          <a:xfrm>
            <a:off x="6720840" y="1188720"/>
            <a:ext cx="1874520" cy="2011680"/>
          </a:xfrm>
          <a:prstGeom prst="rect">
            <a:avLst/>
          </a:prstGeom>
          <a:solidFill>
            <a:srgbClr val="182635"/>
          </a:solidFill>
          <a:ln/>
        </p:spPr>
        <p:txBody>
          <a:bodyPr/>
          <a:lstStyle/>
          <a:p>
            <a:endParaRPr lang="en-US"/>
          </a:p>
        </p:txBody>
      </p:sp>
      <p:sp>
        <p:nvSpPr>
          <p:cNvPr id="18" name="Shape 16"/>
          <p:cNvSpPr/>
          <p:nvPr/>
        </p:nvSpPr>
        <p:spPr>
          <a:xfrm>
            <a:off x="6720840" y="1188720"/>
            <a:ext cx="1874520" cy="54864"/>
          </a:xfrm>
          <a:prstGeom prst="rect">
            <a:avLst/>
          </a:prstGeom>
          <a:solidFill>
            <a:srgbClr val="F7B267"/>
          </a:solidFill>
          <a:ln/>
        </p:spPr>
        <p:txBody>
          <a:bodyPr/>
          <a:lstStyle/>
          <a:p>
            <a:endParaRPr lang="en-US"/>
          </a:p>
        </p:txBody>
      </p:sp>
      <p:sp>
        <p:nvSpPr>
          <p:cNvPr id="19" name="Text 17"/>
          <p:cNvSpPr/>
          <p:nvPr/>
        </p:nvSpPr>
        <p:spPr>
          <a:xfrm>
            <a:off x="6720840" y="1417320"/>
            <a:ext cx="1874520" cy="731520"/>
          </a:xfrm>
          <a:prstGeom prst="rect">
            <a:avLst/>
          </a:prstGeom>
          <a:noFill/>
          <a:ln/>
        </p:spPr>
        <p:txBody>
          <a:bodyPr wrap="square" lIns="0" tIns="0" rIns="0" bIns="0" rtlCol="0" anchor="ctr"/>
          <a:lstStyle/>
          <a:p>
            <a:pPr marL="0" indent="0" algn="ctr">
              <a:buNone/>
            </a:pPr>
            <a:r>
              <a:rPr lang="en-US" sz="3600" b="1" dirty="0">
                <a:solidFill>
                  <a:srgbClr val="F7B267"/>
                </a:solidFill>
                <a:latin typeface="Trebuchet MS" pitchFamily="34" charset="0"/>
                <a:ea typeface="Trebuchet MS" pitchFamily="34" charset="-122"/>
                <a:cs typeface="Trebuchet MS" pitchFamily="34" charset="-120"/>
              </a:rPr>
              <a:t>3.5M</a:t>
            </a:r>
            <a:endParaRPr lang="en-US" sz="3600" dirty="0"/>
          </a:p>
        </p:txBody>
      </p:sp>
      <p:sp>
        <p:nvSpPr>
          <p:cNvPr id="20" name="Text 18"/>
          <p:cNvSpPr/>
          <p:nvPr/>
        </p:nvSpPr>
        <p:spPr>
          <a:xfrm>
            <a:off x="6720840" y="2194560"/>
            <a:ext cx="1874520" cy="731520"/>
          </a:xfrm>
          <a:prstGeom prst="rect">
            <a:avLst/>
          </a:prstGeom>
          <a:noFill/>
          <a:ln/>
        </p:spPr>
        <p:txBody>
          <a:bodyPr wrap="square" lIns="0" tIns="0" rIns="0" bIns="0" rtlCol="0" anchor="t"/>
          <a:lstStyle/>
          <a:p>
            <a:pPr marL="0" indent="0" algn="ctr">
              <a:buNone/>
            </a:pPr>
            <a:r>
              <a:rPr lang="en-US" sz="1150" dirty="0">
                <a:solidFill>
                  <a:srgbClr val="CBD5E0"/>
                </a:solidFill>
                <a:latin typeface="Calibri" pitchFamily="34" charset="0"/>
                <a:ea typeface="Calibri" pitchFamily="34" charset="-122"/>
                <a:cs typeface="Calibri" pitchFamily="34" charset="-120"/>
              </a:rPr>
              <a:t>Global cybersecurity</a:t>
            </a:r>
            <a:endParaRPr lang="en-US" sz="1150" dirty="0"/>
          </a:p>
          <a:p>
            <a:pPr marL="0" indent="0" algn="ctr">
              <a:buNone/>
            </a:pPr>
            <a:r>
              <a:rPr lang="en-US" sz="1150" dirty="0">
                <a:solidFill>
                  <a:srgbClr val="CBD5E0"/>
                </a:solidFill>
                <a:latin typeface="Calibri" pitchFamily="34" charset="0"/>
                <a:ea typeface="Calibri" pitchFamily="34" charset="-122"/>
                <a:cs typeface="Calibri" pitchFamily="34" charset="-120"/>
              </a:rPr>
              <a:t>workforce shortage</a:t>
            </a:r>
            <a:endParaRPr lang="en-US" sz="1150" dirty="0"/>
          </a:p>
        </p:txBody>
      </p:sp>
      <p:sp>
        <p:nvSpPr>
          <p:cNvPr id="21" name="Text 19"/>
          <p:cNvSpPr/>
          <p:nvPr/>
        </p:nvSpPr>
        <p:spPr>
          <a:xfrm>
            <a:off x="548640" y="3474720"/>
            <a:ext cx="8046720" cy="731520"/>
          </a:xfrm>
          <a:prstGeom prst="rect">
            <a:avLst/>
          </a:prstGeom>
          <a:noFill/>
          <a:ln/>
        </p:spPr>
        <p:txBody>
          <a:bodyPr wrap="square" lIns="0" tIns="0" rIns="0" bIns="0" rtlCol="0" anchor="ctr"/>
          <a:lstStyle/>
          <a:p>
            <a:pPr marL="0" indent="0">
              <a:buNone/>
            </a:pPr>
            <a:r>
              <a:rPr lang="en-US" sz="1250" dirty="0">
                <a:solidFill>
                  <a:srgbClr val="CBD5E0"/>
                </a:solidFill>
                <a:latin typeface="Calibri" pitchFamily="34" charset="0"/>
                <a:ea typeface="Calibri" pitchFamily="34" charset="-122"/>
                <a:cs typeface="Calibri" pitchFamily="34" charset="-120"/>
              </a:rPr>
              <a:t>Every company is a technology company. Every technology company needs cybersecurity.</a:t>
            </a:r>
            <a:endParaRPr lang="en-US" sz="1250" dirty="0"/>
          </a:p>
          <a:p>
            <a:pPr marL="0" indent="0">
              <a:buNone/>
            </a:pPr>
            <a:r>
              <a:rPr lang="en-US" sz="1250" dirty="0">
                <a:solidFill>
                  <a:srgbClr val="CBD5E0"/>
                </a:solidFill>
                <a:latin typeface="Calibri" pitchFamily="34" charset="0"/>
                <a:ea typeface="Calibri" pitchFamily="34" charset="-122"/>
                <a:cs typeface="Calibri" pitchFamily="34" charset="-120"/>
              </a:rPr>
              <a:t>The question is not whether the field is growing. The question is where YOU fit.</a:t>
            </a:r>
            <a:endParaRPr lang="en-US" sz="1250" dirty="0"/>
          </a:p>
        </p:txBody>
      </p:sp>
      <p:sp>
        <p:nvSpPr>
          <p:cNvPr id="22" name="Text 20"/>
          <p:cNvSpPr/>
          <p:nvPr/>
        </p:nvSpPr>
        <p:spPr>
          <a:xfrm>
            <a:off x="548640" y="4663440"/>
            <a:ext cx="7315200" cy="228600"/>
          </a:xfrm>
          <a:prstGeom prst="rect">
            <a:avLst/>
          </a:prstGeom>
          <a:noFill/>
          <a:ln/>
        </p:spPr>
        <p:txBody>
          <a:bodyPr wrap="square" lIns="0" tIns="0" rIns="0" bIns="0" rtlCol="0" anchor="ctr"/>
          <a:lstStyle/>
          <a:p>
            <a:pPr marL="0" indent="0">
              <a:buNone/>
            </a:pPr>
            <a:r>
              <a:rPr lang="en-US" sz="800" dirty="0">
                <a:solidFill>
                  <a:srgbClr val="718096"/>
                </a:solidFill>
                <a:latin typeface="Calibri" pitchFamily="34" charset="0"/>
                <a:ea typeface="Calibri" pitchFamily="34" charset="-122"/>
                <a:cs typeface="Calibri" pitchFamily="34" charset="-120"/>
              </a:rPr>
              <a:t>Sources: IBM Cost of a Data Breach 2024, ISC2 Workforce Study, BLS Projections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a:extLst>
            <a:ext uri="{FF2B5EF4-FFF2-40B4-BE49-F238E27FC236}">
              <a16:creationId xmlns:a16="http://schemas.microsoft.com/office/drawing/2014/main" id="{6E227F46-627F-8819-693A-57CFCDA43B2A}"/>
            </a:ext>
          </a:extLst>
        </p:cNvPr>
        <p:cNvGrpSpPr/>
        <p:nvPr/>
      </p:nvGrpSpPr>
      <p:grpSpPr>
        <a:xfrm>
          <a:off x="0" y="0"/>
          <a:ext cx="0" cy="0"/>
          <a:chOff x="0" y="0"/>
          <a:chExt cx="0" cy="0"/>
        </a:xfrm>
      </p:grpSpPr>
      <p:sp>
        <p:nvSpPr>
          <p:cNvPr id="24" name="Shape 0">
            <a:extLst>
              <a:ext uri="{FF2B5EF4-FFF2-40B4-BE49-F238E27FC236}">
                <a16:creationId xmlns:a16="http://schemas.microsoft.com/office/drawing/2014/main" id="{3C4A308F-0950-C5BF-D966-5F686EDAE4FC}"/>
              </a:ext>
            </a:extLst>
          </p:cNvPr>
          <p:cNvSpPr/>
          <p:nvPr/>
        </p:nvSpPr>
        <p:spPr>
          <a:xfrm>
            <a:off x="0" y="0"/>
            <a:ext cx="9144000" cy="36576"/>
          </a:xfrm>
          <a:prstGeom prst="rect">
            <a:avLst/>
          </a:prstGeom>
          <a:solidFill>
            <a:srgbClr val="00D4AA"/>
          </a:solidFill>
          <a:ln/>
        </p:spPr>
        <p:txBody>
          <a:bodyPr/>
          <a:lstStyle/>
          <a:p>
            <a:endParaRPr lang="en-US"/>
          </a:p>
        </p:txBody>
      </p:sp>
      <p:sp>
        <p:nvSpPr>
          <p:cNvPr id="25" name="Text 1">
            <a:extLst>
              <a:ext uri="{FF2B5EF4-FFF2-40B4-BE49-F238E27FC236}">
                <a16:creationId xmlns:a16="http://schemas.microsoft.com/office/drawing/2014/main" id="{43BEF323-5F75-2870-152B-7D305DD54397}"/>
              </a:ext>
            </a:extLst>
          </p:cNvPr>
          <p:cNvSpPr/>
          <p:nvPr/>
        </p:nvSpPr>
        <p:spPr>
          <a:xfrm>
            <a:off x="640080" y="274320"/>
            <a:ext cx="7315200" cy="457200"/>
          </a:xfrm>
          <a:prstGeom prst="rect">
            <a:avLst/>
          </a:prstGeom>
          <a:noFill/>
          <a:ln/>
        </p:spPr>
        <p:txBody>
          <a:bodyPr wrap="square" lIns="0" tIns="0" rIns="0" bIns="0" rtlCol="0" anchor="ctr"/>
          <a:lstStyle/>
          <a:p>
            <a:pPr marL="0" indent="0">
              <a:buNone/>
            </a:pPr>
            <a:r>
              <a:rPr lang="en-US" sz="3000" b="1" dirty="0">
                <a:solidFill>
                  <a:srgbClr val="F0F4F8"/>
                </a:solidFill>
                <a:latin typeface="Trebuchet MS" pitchFamily="34" charset="0"/>
                <a:ea typeface="Trebuchet MS" pitchFamily="34" charset="-122"/>
                <a:cs typeface="Trebuchet MS" pitchFamily="34" charset="-120"/>
              </a:rPr>
              <a:t>Why Companies Hire Us</a:t>
            </a:r>
            <a:endParaRPr lang="en-US" sz="3000" dirty="0"/>
          </a:p>
        </p:txBody>
      </p:sp>
      <p:sp>
        <p:nvSpPr>
          <p:cNvPr id="26" name="Text 2">
            <a:extLst>
              <a:ext uri="{FF2B5EF4-FFF2-40B4-BE49-F238E27FC236}">
                <a16:creationId xmlns:a16="http://schemas.microsoft.com/office/drawing/2014/main" id="{9A4D838A-AB9B-EDC7-AEF9-8DF5A5C905E2}"/>
              </a:ext>
            </a:extLst>
          </p:cNvPr>
          <p:cNvSpPr/>
          <p:nvPr/>
        </p:nvSpPr>
        <p:spPr>
          <a:xfrm>
            <a:off x="640080" y="731520"/>
            <a:ext cx="7315200" cy="274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The business problems we are paid to solve</a:t>
            </a:r>
            <a:endParaRPr lang="en-US" sz="1300" dirty="0"/>
          </a:p>
        </p:txBody>
      </p:sp>
      <p:sp>
        <p:nvSpPr>
          <p:cNvPr id="27" name="Shape 3">
            <a:extLst>
              <a:ext uri="{FF2B5EF4-FFF2-40B4-BE49-F238E27FC236}">
                <a16:creationId xmlns:a16="http://schemas.microsoft.com/office/drawing/2014/main" id="{180F580F-B34A-068F-E7A4-5B00A8ACF7AF}"/>
              </a:ext>
            </a:extLst>
          </p:cNvPr>
          <p:cNvSpPr/>
          <p:nvPr/>
        </p:nvSpPr>
        <p:spPr>
          <a:xfrm>
            <a:off x="457200" y="118872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28" name="Image 0" descr="preencoded.png">
            <a:extLst>
              <a:ext uri="{FF2B5EF4-FFF2-40B4-BE49-F238E27FC236}">
                <a16:creationId xmlns:a16="http://schemas.microsoft.com/office/drawing/2014/main" id="{4D7812EF-11D1-30CF-F082-16E076663B68}"/>
              </a:ext>
            </a:extLst>
          </p:cNvPr>
          <p:cNvPicPr>
            <a:picLocks noChangeAspect="1"/>
          </p:cNvPicPr>
          <p:nvPr/>
        </p:nvPicPr>
        <p:blipFill>
          <a:blip r:embed="rId3"/>
          <a:stretch>
            <a:fillRect/>
          </a:stretch>
        </p:blipFill>
        <p:spPr>
          <a:xfrm>
            <a:off x="594360" y="1325880"/>
            <a:ext cx="320040" cy="320040"/>
          </a:xfrm>
          <a:prstGeom prst="rect">
            <a:avLst/>
          </a:prstGeom>
        </p:spPr>
      </p:pic>
      <p:sp>
        <p:nvSpPr>
          <p:cNvPr id="29" name="Text 4">
            <a:extLst>
              <a:ext uri="{FF2B5EF4-FFF2-40B4-BE49-F238E27FC236}">
                <a16:creationId xmlns:a16="http://schemas.microsoft.com/office/drawing/2014/main" id="{65B9C54F-ADE7-CF66-E1D1-711F04541A1C}"/>
              </a:ext>
            </a:extLst>
          </p:cNvPr>
          <p:cNvSpPr/>
          <p:nvPr/>
        </p:nvSpPr>
        <p:spPr>
          <a:xfrm>
            <a:off x="1005840" y="128016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Protect Revenue</a:t>
            </a:r>
            <a:endParaRPr lang="en-US" sz="1400" dirty="0"/>
          </a:p>
        </p:txBody>
      </p:sp>
      <p:sp>
        <p:nvSpPr>
          <p:cNvPr id="30" name="Text 5">
            <a:extLst>
              <a:ext uri="{FF2B5EF4-FFF2-40B4-BE49-F238E27FC236}">
                <a16:creationId xmlns:a16="http://schemas.microsoft.com/office/drawing/2014/main" id="{49E0648C-1154-DF18-5BB1-F0D7D1D1EA5E}"/>
              </a:ext>
            </a:extLst>
          </p:cNvPr>
          <p:cNvSpPr/>
          <p:nvPr/>
        </p:nvSpPr>
        <p:spPr>
          <a:xfrm>
            <a:off x="1005840" y="160020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A single breach costs $4.4M on average ($10.2M in the US). You are hired to prevent losses that dwarf your salary.</a:t>
            </a:r>
            <a:endParaRPr lang="en-US" sz="1050" dirty="0"/>
          </a:p>
        </p:txBody>
      </p:sp>
      <p:sp>
        <p:nvSpPr>
          <p:cNvPr id="31" name="Shape 6">
            <a:extLst>
              <a:ext uri="{FF2B5EF4-FFF2-40B4-BE49-F238E27FC236}">
                <a16:creationId xmlns:a16="http://schemas.microsoft.com/office/drawing/2014/main" id="{0DC5E51E-2780-97A0-748C-76E0FE001C7E}"/>
              </a:ext>
            </a:extLst>
          </p:cNvPr>
          <p:cNvSpPr/>
          <p:nvPr/>
        </p:nvSpPr>
        <p:spPr>
          <a:xfrm>
            <a:off x="4754880" y="118872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32" name="Image 1" descr="preencoded.png">
            <a:extLst>
              <a:ext uri="{FF2B5EF4-FFF2-40B4-BE49-F238E27FC236}">
                <a16:creationId xmlns:a16="http://schemas.microsoft.com/office/drawing/2014/main" id="{900606CA-825E-239D-B616-FB6C705B9A5E}"/>
              </a:ext>
            </a:extLst>
          </p:cNvPr>
          <p:cNvPicPr>
            <a:picLocks noChangeAspect="1"/>
          </p:cNvPicPr>
          <p:nvPr/>
        </p:nvPicPr>
        <p:blipFill>
          <a:blip r:embed="rId4"/>
          <a:stretch>
            <a:fillRect/>
          </a:stretch>
        </p:blipFill>
        <p:spPr>
          <a:xfrm>
            <a:off x="4892040" y="1325880"/>
            <a:ext cx="320040" cy="320040"/>
          </a:xfrm>
          <a:prstGeom prst="rect">
            <a:avLst/>
          </a:prstGeom>
        </p:spPr>
      </p:pic>
      <p:sp>
        <p:nvSpPr>
          <p:cNvPr id="33" name="Text 7">
            <a:extLst>
              <a:ext uri="{FF2B5EF4-FFF2-40B4-BE49-F238E27FC236}">
                <a16:creationId xmlns:a16="http://schemas.microsoft.com/office/drawing/2014/main" id="{419BEB68-C63F-D06B-AD50-B5E1813F6EBF}"/>
              </a:ext>
            </a:extLst>
          </p:cNvPr>
          <p:cNvSpPr/>
          <p:nvPr/>
        </p:nvSpPr>
        <p:spPr>
          <a:xfrm>
            <a:off x="5303520" y="128016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Regulatory Compliance</a:t>
            </a:r>
            <a:endParaRPr lang="en-US" sz="1400" dirty="0"/>
          </a:p>
        </p:txBody>
      </p:sp>
      <p:sp>
        <p:nvSpPr>
          <p:cNvPr id="34" name="Text 8">
            <a:extLst>
              <a:ext uri="{FF2B5EF4-FFF2-40B4-BE49-F238E27FC236}">
                <a16:creationId xmlns:a16="http://schemas.microsoft.com/office/drawing/2014/main" id="{2A4C206D-150C-E866-1EFE-A48F29708717}"/>
              </a:ext>
            </a:extLst>
          </p:cNvPr>
          <p:cNvSpPr/>
          <p:nvPr/>
        </p:nvSpPr>
        <p:spPr>
          <a:xfrm>
            <a:off x="5303520" y="160020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FedRAMP, SOC 2, PCI DSS, HIPAA, GDPR. Non-compliance means fines, lost contracts, and blocked revenue.</a:t>
            </a:r>
            <a:endParaRPr lang="en-US" sz="1050" dirty="0"/>
          </a:p>
        </p:txBody>
      </p:sp>
      <p:sp>
        <p:nvSpPr>
          <p:cNvPr id="35" name="Shape 9">
            <a:extLst>
              <a:ext uri="{FF2B5EF4-FFF2-40B4-BE49-F238E27FC236}">
                <a16:creationId xmlns:a16="http://schemas.microsoft.com/office/drawing/2014/main" id="{B4F06CF9-AA54-1380-FF79-AD2AD963FE2E}"/>
              </a:ext>
            </a:extLst>
          </p:cNvPr>
          <p:cNvSpPr/>
          <p:nvPr/>
        </p:nvSpPr>
        <p:spPr>
          <a:xfrm>
            <a:off x="457200" y="242316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36" name="Image 2" descr="preencoded.png">
            <a:extLst>
              <a:ext uri="{FF2B5EF4-FFF2-40B4-BE49-F238E27FC236}">
                <a16:creationId xmlns:a16="http://schemas.microsoft.com/office/drawing/2014/main" id="{9D427BF9-6DC7-FD1F-4233-0E036AF14ED3}"/>
              </a:ext>
            </a:extLst>
          </p:cNvPr>
          <p:cNvPicPr>
            <a:picLocks noChangeAspect="1"/>
          </p:cNvPicPr>
          <p:nvPr/>
        </p:nvPicPr>
        <p:blipFill>
          <a:blip r:embed="rId5"/>
          <a:stretch>
            <a:fillRect/>
          </a:stretch>
        </p:blipFill>
        <p:spPr>
          <a:xfrm>
            <a:off x="594360" y="2560320"/>
            <a:ext cx="320040" cy="320040"/>
          </a:xfrm>
          <a:prstGeom prst="rect">
            <a:avLst/>
          </a:prstGeom>
        </p:spPr>
      </p:pic>
      <p:sp>
        <p:nvSpPr>
          <p:cNvPr id="37" name="Text 10">
            <a:extLst>
              <a:ext uri="{FF2B5EF4-FFF2-40B4-BE49-F238E27FC236}">
                <a16:creationId xmlns:a16="http://schemas.microsoft.com/office/drawing/2014/main" id="{1A51668E-E9BE-23EC-70FC-52FB9F9FD36E}"/>
              </a:ext>
            </a:extLst>
          </p:cNvPr>
          <p:cNvSpPr/>
          <p:nvPr/>
        </p:nvSpPr>
        <p:spPr>
          <a:xfrm>
            <a:off x="1005840" y="251460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Customer Trust</a:t>
            </a:r>
            <a:endParaRPr lang="en-US" sz="1400" dirty="0"/>
          </a:p>
        </p:txBody>
      </p:sp>
      <p:sp>
        <p:nvSpPr>
          <p:cNvPr id="38" name="Text 11">
            <a:extLst>
              <a:ext uri="{FF2B5EF4-FFF2-40B4-BE49-F238E27FC236}">
                <a16:creationId xmlns:a16="http://schemas.microsoft.com/office/drawing/2014/main" id="{CE3169A0-8806-2B13-33D7-C7ABDF9FBF5C}"/>
              </a:ext>
            </a:extLst>
          </p:cNvPr>
          <p:cNvSpPr/>
          <p:nvPr/>
        </p:nvSpPr>
        <p:spPr>
          <a:xfrm>
            <a:off x="1005840" y="283464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One breach can destroy years of brand reputation. You protect the trust that keeps customers paying and staying.</a:t>
            </a:r>
            <a:endParaRPr lang="en-US" sz="1050" dirty="0"/>
          </a:p>
        </p:txBody>
      </p:sp>
      <p:sp>
        <p:nvSpPr>
          <p:cNvPr id="39" name="Shape 12">
            <a:extLst>
              <a:ext uri="{FF2B5EF4-FFF2-40B4-BE49-F238E27FC236}">
                <a16:creationId xmlns:a16="http://schemas.microsoft.com/office/drawing/2014/main" id="{A60CA96F-E926-9572-1CCF-8CC8DE1410BD}"/>
              </a:ext>
            </a:extLst>
          </p:cNvPr>
          <p:cNvSpPr/>
          <p:nvPr/>
        </p:nvSpPr>
        <p:spPr>
          <a:xfrm>
            <a:off x="4754880" y="242316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40" name="Image 3" descr="preencoded.png">
            <a:extLst>
              <a:ext uri="{FF2B5EF4-FFF2-40B4-BE49-F238E27FC236}">
                <a16:creationId xmlns:a16="http://schemas.microsoft.com/office/drawing/2014/main" id="{5BF62192-9895-81C6-83FF-2041A2867212}"/>
              </a:ext>
            </a:extLst>
          </p:cNvPr>
          <p:cNvPicPr>
            <a:picLocks noChangeAspect="1"/>
          </p:cNvPicPr>
          <p:nvPr/>
        </p:nvPicPr>
        <p:blipFill>
          <a:blip r:embed="rId6"/>
          <a:stretch>
            <a:fillRect/>
          </a:stretch>
        </p:blipFill>
        <p:spPr>
          <a:xfrm>
            <a:off x="4892040" y="2560320"/>
            <a:ext cx="320040" cy="320040"/>
          </a:xfrm>
          <a:prstGeom prst="rect">
            <a:avLst/>
          </a:prstGeom>
        </p:spPr>
      </p:pic>
      <p:sp>
        <p:nvSpPr>
          <p:cNvPr id="41" name="Text 13">
            <a:extLst>
              <a:ext uri="{FF2B5EF4-FFF2-40B4-BE49-F238E27FC236}">
                <a16:creationId xmlns:a16="http://schemas.microsoft.com/office/drawing/2014/main" id="{03113B96-3EF3-B114-23A4-2D1F9625F0E6}"/>
              </a:ext>
            </a:extLst>
          </p:cNvPr>
          <p:cNvSpPr/>
          <p:nvPr/>
        </p:nvSpPr>
        <p:spPr>
          <a:xfrm>
            <a:off x="5303520" y="251460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Enable the Business</a:t>
            </a:r>
            <a:endParaRPr lang="en-US" sz="1400" dirty="0"/>
          </a:p>
        </p:txBody>
      </p:sp>
      <p:sp>
        <p:nvSpPr>
          <p:cNvPr id="42" name="Text 14">
            <a:extLst>
              <a:ext uri="{FF2B5EF4-FFF2-40B4-BE49-F238E27FC236}">
                <a16:creationId xmlns:a16="http://schemas.microsoft.com/office/drawing/2014/main" id="{DD891876-374A-7D0B-1F36-BB24784A853D}"/>
              </a:ext>
            </a:extLst>
          </p:cNvPr>
          <p:cNvSpPr/>
          <p:nvPr/>
        </p:nvSpPr>
        <p:spPr>
          <a:xfrm>
            <a:off x="5303520" y="283464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Security that blocks everything kills productivity. Companies need people who can say yes, safely and move fast.</a:t>
            </a:r>
            <a:endParaRPr lang="en-US" sz="1050" dirty="0"/>
          </a:p>
        </p:txBody>
      </p:sp>
      <p:sp>
        <p:nvSpPr>
          <p:cNvPr id="43" name="Shape 15">
            <a:extLst>
              <a:ext uri="{FF2B5EF4-FFF2-40B4-BE49-F238E27FC236}">
                <a16:creationId xmlns:a16="http://schemas.microsoft.com/office/drawing/2014/main" id="{E4B8FB9E-727F-6892-FB1D-313F60887578}"/>
              </a:ext>
            </a:extLst>
          </p:cNvPr>
          <p:cNvSpPr/>
          <p:nvPr/>
        </p:nvSpPr>
        <p:spPr>
          <a:xfrm>
            <a:off x="457200" y="365760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44" name="Image 4" descr="preencoded.png">
            <a:extLst>
              <a:ext uri="{FF2B5EF4-FFF2-40B4-BE49-F238E27FC236}">
                <a16:creationId xmlns:a16="http://schemas.microsoft.com/office/drawing/2014/main" id="{A77C1BCB-0A2E-D5EC-6F82-57B6AB784410}"/>
              </a:ext>
            </a:extLst>
          </p:cNvPr>
          <p:cNvPicPr>
            <a:picLocks noChangeAspect="1"/>
          </p:cNvPicPr>
          <p:nvPr/>
        </p:nvPicPr>
        <p:blipFill>
          <a:blip r:embed="rId7"/>
          <a:stretch>
            <a:fillRect/>
          </a:stretch>
        </p:blipFill>
        <p:spPr>
          <a:xfrm>
            <a:off x="594360" y="3794760"/>
            <a:ext cx="320040" cy="320040"/>
          </a:xfrm>
          <a:prstGeom prst="rect">
            <a:avLst/>
          </a:prstGeom>
        </p:spPr>
      </p:pic>
      <p:sp>
        <p:nvSpPr>
          <p:cNvPr id="45" name="Text 16">
            <a:extLst>
              <a:ext uri="{FF2B5EF4-FFF2-40B4-BE49-F238E27FC236}">
                <a16:creationId xmlns:a16="http://schemas.microsoft.com/office/drawing/2014/main" id="{3D934BB1-D939-A793-55A4-1C87CA5A68E5}"/>
              </a:ext>
            </a:extLst>
          </p:cNvPr>
          <p:cNvSpPr/>
          <p:nvPr/>
        </p:nvSpPr>
        <p:spPr>
          <a:xfrm>
            <a:off x="1005840" y="374904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Defend Against AI &amp; Cyber Threats</a:t>
            </a:r>
            <a:endParaRPr lang="en-US" sz="1400" dirty="0"/>
          </a:p>
        </p:txBody>
      </p:sp>
      <p:sp>
        <p:nvSpPr>
          <p:cNvPr id="46" name="Text 17">
            <a:extLst>
              <a:ext uri="{FF2B5EF4-FFF2-40B4-BE49-F238E27FC236}">
                <a16:creationId xmlns:a16="http://schemas.microsoft.com/office/drawing/2014/main" id="{358A3043-48FB-F937-DC04-04C8FF626747}"/>
              </a:ext>
            </a:extLst>
          </p:cNvPr>
          <p:cNvSpPr/>
          <p:nvPr/>
        </p:nvSpPr>
        <p:spPr>
          <a:xfrm>
            <a:off x="1005840" y="406908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97% of orgs with security incidents lacked proper controls. New attack surfaces demand new defenders.</a:t>
            </a:r>
            <a:endParaRPr lang="en-US" sz="1050" dirty="0"/>
          </a:p>
        </p:txBody>
      </p:sp>
      <p:sp>
        <p:nvSpPr>
          <p:cNvPr id="47" name="Shape 18">
            <a:extLst>
              <a:ext uri="{FF2B5EF4-FFF2-40B4-BE49-F238E27FC236}">
                <a16:creationId xmlns:a16="http://schemas.microsoft.com/office/drawing/2014/main" id="{F40DA736-362B-8496-F322-550D08EA1EFC}"/>
              </a:ext>
            </a:extLst>
          </p:cNvPr>
          <p:cNvSpPr/>
          <p:nvPr/>
        </p:nvSpPr>
        <p:spPr>
          <a:xfrm>
            <a:off x="4754880" y="3657600"/>
            <a:ext cx="4023360" cy="105156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pic>
        <p:nvPicPr>
          <p:cNvPr id="48" name="Image 5" descr="preencoded.png">
            <a:extLst>
              <a:ext uri="{FF2B5EF4-FFF2-40B4-BE49-F238E27FC236}">
                <a16:creationId xmlns:a16="http://schemas.microsoft.com/office/drawing/2014/main" id="{853446A8-8EF9-F132-1EB5-44EA504C48B0}"/>
              </a:ext>
            </a:extLst>
          </p:cNvPr>
          <p:cNvPicPr>
            <a:picLocks noChangeAspect="1"/>
          </p:cNvPicPr>
          <p:nvPr/>
        </p:nvPicPr>
        <p:blipFill>
          <a:blip r:embed="rId8"/>
          <a:stretch>
            <a:fillRect/>
          </a:stretch>
        </p:blipFill>
        <p:spPr>
          <a:xfrm>
            <a:off x="4892040" y="3794760"/>
            <a:ext cx="320040" cy="320040"/>
          </a:xfrm>
          <a:prstGeom prst="rect">
            <a:avLst/>
          </a:prstGeom>
        </p:spPr>
      </p:pic>
      <p:sp>
        <p:nvSpPr>
          <p:cNvPr id="49" name="Text 19">
            <a:extLst>
              <a:ext uri="{FF2B5EF4-FFF2-40B4-BE49-F238E27FC236}">
                <a16:creationId xmlns:a16="http://schemas.microsoft.com/office/drawing/2014/main" id="{8FF2CC1F-5CED-B5EE-F573-816353EE6DA8}"/>
              </a:ext>
            </a:extLst>
          </p:cNvPr>
          <p:cNvSpPr/>
          <p:nvPr/>
        </p:nvSpPr>
        <p:spPr>
          <a:xfrm>
            <a:off x="5303520" y="3749040"/>
            <a:ext cx="3291840" cy="320040"/>
          </a:xfrm>
          <a:prstGeom prst="rect">
            <a:avLst/>
          </a:prstGeom>
          <a:noFill/>
          <a:ln/>
        </p:spPr>
        <p:txBody>
          <a:bodyPr wrap="square" lIns="0" tIns="0" rIns="0" bIns="0" rtlCol="0" anchor="ctr"/>
          <a:lstStyle/>
          <a:p>
            <a:pPr marL="0" indent="0">
              <a:buNone/>
            </a:pPr>
            <a:r>
              <a:rPr lang="en-US" sz="1400" b="1" dirty="0">
                <a:solidFill>
                  <a:srgbClr val="00D4AA"/>
                </a:solidFill>
                <a:latin typeface="Trebuchet MS" pitchFamily="34" charset="0"/>
                <a:ea typeface="Trebuchet MS" pitchFamily="34" charset="-122"/>
                <a:cs typeface="Trebuchet MS" pitchFamily="34" charset="-120"/>
              </a:rPr>
              <a:t>Reduce Risk &amp; Insurance</a:t>
            </a:r>
            <a:endParaRPr lang="en-US" sz="1400" dirty="0"/>
          </a:p>
        </p:txBody>
      </p:sp>
      <p:sp>
        <p:nvSpPr>
          <p:cNvPr id="50" name="Text 20">
            <a:extLst>
              <a:ext uri="{FF2B5EF4-FFF2-40B4-BE49-F238E27FC236}">
                <a16:creationId xmlns:a16="http://schemas.microsoft.com/office/drawing/2014/main" id="{52FD3048-99D7-CF72-B4E9-32A107C16D93}"/>
              </a:ext>
            </a:extLst>
          </p:cNvPr>
          <p:cNvSpPr/>
          <p:nvPr/>
        </p:nvSpPr>
        <p:spPr>
          <a:xfrm>
            <a:off x="5303520" y="4069080"/>
            <a:ext cx="3291840" cy="548640"/>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Cyber insurance premiums are rising. Strong security programs lower premiums and satisfy board-level risk appetite.</a:t>
            </a:r>
            <a:endParaRPr lang="en-US" sz="1050" dirty="0"/>
          </a:p>
        </p:txBody>
      </p:sp>
    </p:spTree>
    <p:extLst>
      <p:ext uri="{BB962C8B-B14F-4D97-AF65-F5344CB8AC3E}">
        <p14:creationId xmlns:p14="http://schemas.microsoft.com/office/powerpoint/2010/main" val="6201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8288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The 2026 Job Market: Real Numbers</a:t>
            </a:r>
            <a:endParaRPr lang="en-US" sz="2800" dirty="0"/>
          </a:p>
        </p:txBody>
      </p:sp>
      <p:sp>
        <p:nvSpPr>
          <p:cNvPr id="4" name="Shape 2"/>
          <p:cNvSpPr/>
          <p:nvPr/>
        </p:nvSpPr>
        <p:spPr>
          <a:xfrm>
            <a:off x="548640" y="914400"/>
            <a:ext cx="3886200" cy="3200400"/>
          </a:xfrm>
          <a:prstGeom prst="rect">
            <a:avLst/>
          </a:prstGeom>
          <a:solidFill>
            <a:srgbClr val="182635"/>
          </a:solidFill>
          <a:ln/>
        </p:spPr>
        <p:txBody>
          <a:bodyPr/>
          <a:lstStyle/>
          <a:p>
            <a:endParaRPr lang="en-US"/>
          </a:p>
        </p:txBody>
      </p:sp>
      <p:sp>
        <p:nvSpPr>
          <p:cNvPr id="5" name="Text 3"/>
          <p:cNvSpPr/>
          <p:nvPr/>
        </p:nvSpPr>
        <p:spPr>
          <a:xfrm>
            <a:off x="731520" y="1005840"/>
            <a:ext cx="3474720" cy="365760"/>
          </a:xfrm>
          <a:prstGeom prst="rect">
            <a:avLst/>
          </a:prstGeom>
          <a:noFill/>
          <a:ln/>
        </p:spPr>
        <p:txBody>
          <a:bodyPr wrap="square" lIns="0" tIns="0" rIns="0" bIns="0" rtlCol="0" anchor="ctr"/>
          <a:lstStyle/>
          <a:p>
            <a:pPr marL="0" indent="0">
              <a:buNone/>
            </a:pPr>
            <a:r>
              <a:rPr lang="en-US" sz="1500" b="1" dirty="0">
                <a:solidFill>
                  <a:srgbClr val="38A169"/>
                </a:solidFill>
                <a:latin typeface="Trebuchet MS" pitchFamily="34" charset="0"/>
                <a:ea typeface="Trebuchet MS" pitchFamily="34" charset="-122"/>
                <a:cs typeface="Trebuchet MS" pitchFamily="34" charset="-120"/>
              </a:rPr>
              <a:t>The Good News</a:t>
            </a:r>
            <a:endParaRPr lang="en-US" sz="1500" dirty="0"/>
          </a:p>
        </p:txBody>
      </p:sp>
      <p:sp>
        <p:nvSpPr>
          <p:cNvPr id="6" name="Text 4"/>
          <p:cNvSpPr/>
          <p:nvPr/>
        </p:nvSpPr>
        <p:spPr>
          <a:xfrm>
            <a:off x="731520" y="1417320"/>
            <a:ext cx="3520440" cy="2560320"/>
          </a:xfrm>
          <a:prstGeom prst="rect">
            <a:avLst/>
          </a:prstGeom>
          <a:noFill/>
          <a:ln/>
        </p:spPr>
        <p:txBody>
          <a:bodyPr wrap="square" rtlCol="0" anchor="ctr"/>
          <a:lstStyle/>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Cybersecurity grows 7x faster than the overall job market</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514,000+ open positions in the U.S. alone</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AI security roles grew 40% year-over-year</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GRC demand surging: NIS2, DORA, SEC rules, EU AI Act</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48% of newcomers enter at age 39+ (career changers welcome)</a:t>
            </a:r>
            <a:endParaRPr lang="en-US" sz="1150" dirty="0"/>
          </a:p>
          <a:p>
            <a:pPr marL="342900" indent="-342900">
              <a:spcAft>
                <a:spcPts val="500"/>
              </a:spcAft>
              <a:buSzPct val="100000"/>
              <a:buChar char="•"/>
            </a:pPr>
            <a:r>
              <a:rPr lang="en-US" sz="1150" dirty="0">
                <a:solidFill>
                  <a:srgbClr val="F7B267"/>
                </a:solidFill>
                <a:latin typeface="Calibri" pitchFamily="34" charset="0"/>
                <a:ea typeface="Calibri" pitchFamily="34" charset="-122"/>
                <a:cs typeface="Calibri" pitchFamily="34" charset="-120"/>
              </a:rPr>
              <a:t>AI-savvy professionals earn 22% more than peers</a:t>
            </a:r>
            <a:endParaRPr lang="en-US" sz="1150" dirty="0"/>
          </a:p>
        </p:txBody>
      </p:sp>
      <p:sp>
        <p:nvSpPr>
          <p:cNvPr id="7" name="Shape 5"/>
          <p:cNvSpPr/>
          <p:nvPr/>
        </p:nvSpPr>
        <p:spPr>
          <a:xfrm>
            <a:off x="4709160" y="914400"/>
            <a:ext cx="3886200" cy="3200400"/>
          </a:xfrm>
          <a:prstGeom prst="rect">
            <a:avLst/>
          </a:prstGeom>
          <a:solidFill>
            <a:srgbClr val="182635"/>
          </a:solidFill>
          <a:ln/>
        </p:spPr>
        <p:txBody>
          <a:bodyPr/>
          <a:lstStyle/>
          <a:p>
            <a:endParaRPr lang="en-US"/>
          </a:p>
        </p:txBody>
      </p:sp>
      <p:sp>
        <p:nvSpPr>
          <p:cNvPr id="8" name="Text 6"/>
          <p:cNvSpPr/>
          <p:nvPr/>
        </p:nvSpPr>
        <p:spPr>
          <a:xfrm>
            <a:off x="4892040" y="1005840"/>
            <a:ext cx="3474720" cy="365760"/>
          </a:xfrm>
          <a:prstGeom prst="rect">
            <a:avLst/>
          </a:prstGeom>
          <a:noFill/>
          <a:ln/>
        </p:spPr>
        <p:txBody>
          <a:bodyPr wrap="square" lIns="0" tIns="0" rIns="0" bIns="0" rtlCol="0" anchor="ctr"/>
          <a:lstStyle/>
          <a:p>
            <a:pPr marL="0" indent="0">
              <a:buNone/>
            </a:pPr>
            <a:r>
              <a:rPr lang="en-US" sz="1500" b="1" dirty="0">
                <a:solidFill>
                  <a:srgbClr val="E8553D"/>
                </a:solidFill>
                <a:latin typeface="Trebuchet MS" pitchFamily="34" charset="0"/>
                <a:ea typeface="Trebuchet MS" pitchFamily="34" charset="-122"/>
                <a:cs typeface="Trebuchet MS" pitchFamily="34" charset="-120"/>
              </a:rPr>
              <a:t>The Real Talk</a:t>
            </a:r>
            <a:endParaRPr lang="en-US" sz="1500" dirty="0"/>
          </a:p>
        </p:txBody>
      </p:sp>
      <p:sp>
        <p:nvSpPr>
          <p:cNvPr id="9" name="Text 7"/>
          <p:cNvSpPr/>
          <p:nvPr/>
        </p:nvSpPr>
        <p:spPr>
          <a:xfrm>
            <a:off x="4892040" y="1417320"/>
            <a:ext cx="3520440" cy="2560320"/>
          </a:xfrm>
          <a:prstGeom prst="rect">
            <a:avLst/>
          </a:prstGeom>
          <a:noFill/>
          <a:ln/>
        </p:spPr>
        <p:txBody>
          <a:bodyPr wrap="square" rtlCol="0" anchor="ctr"/>
          <a:lstStyle/>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Entry-level is fiercely competitive (hundreds of applicants per role)</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Tier 1 SOC analyst postings dropped 53% since 2022</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"3-5 years experience" appears on most "entry-level" posts</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AI is reshaping which skills matter (and which don't)</a:t>
            </a:r>
            <a:endParaRPr lang="en-US" sz="1150" dirty="0"/>
          </a:p>
          <a:p>
            <a:pPr marL="342900" indent="-342900">
              <a:spcAft>
                <a:spcPts val="500"/>
              </a:spcAft>
              <a:buSzPct val="100000"/>
              <a:buChar char="•"/>
            </a:pPr>
            <a:r>
              <a:rPr lang="en-US" sz="1150" dirty="0">
                <a:solidFill>
                  <a:srgbClr val="CBD5E0"/>
                </a:solidFill>
                <a:latin typeface="Calibri" pitchFamily="34" charset="0"/>
                <a:ea typeface="Calibri" pitchFamily="34" charset="-122"/>
                <a:cs typeface="Calibri" pitchFamily="34" charset="-120"/>
              </a:rPr>
              <a:t>Certifications &amp; Degree alone won't get you hired anymore</a:t>
            </a:r>
            <a:endParaRPr lang="en-US" sz="1150" dirty="0"/>
          </a:p>
          <a:p>
            <a:pPr marL="342900" indent="-342900">
              <a:spcAft>
                <a:spcPts val="500"/>
              </a:spcAft>
              <a:buSzPct val="100000"/>
              <a:buChar char="•"/>
            </a:pPr>
            <a:r>
              <a:rPr lang="en-US" sz="1150" dirty="0">
                <a:solidFill>
                  <a:srgbClr val="F7B267"/>
                </a:solidFill>
                <a:latin typeface="Calibri" pitchFamily="34" charset="0"/>
                <a:ea typeface="Calibri" pitchFamily="34" charset="-122"/>
                <a:cs typeface="Calibri" pitchFamily="34" charset="-120"/>
              </a:rPr>
              <a:t>You need to SHOW your work, not just list credentials</a:t>
            </a:r>
            <a:endParaRPr lang="en-US" sz="1150" dirty="0"/>
          </a:p>
        </p:txBody>
      </p:sp>
      <p:sp>
        <p:nvSpPr>
          <p:cNvPr id="10" name="Text 8"/>
          <p:cNvSpPr/>
          <p:nvPr/>
        </p:nvSpPr>
        <p:spPr>
          <a:xfrm>
            <a:off x="548640" y="4297680"/>
            <a:ext cx="8046720" cy="365760"/>
          </a:xfrm>
          <a:prstGeom prst="rect">
            <a:avLst/>
          </a:prstGeom>
          <a:noFill/>
          <a:ln/>
        </p:spPr>
        <p:txBody>
          <a:bodyPr wrap="square" lIns="0" tIns="0" rIns="0" bIns="0" rtlCol="0" anchor="ctr"/>
          <a:lstStyle/>
          <a:p>
            <a:pPr marL="0" indent="0">
              <a:buNone/>
            </a:pPr>
            <a:r>
              <a:rPr lang="en-US" sz="1400" b="1" dirty="0">
                <a:solidFill>
                  <a:srgbClr val="2B9EA2"/>
                </a:solidFill>
                <a:latin typeface="Calibri" pitchFamily="34" charset="0"/>
                <a:ea typeface="Calibri" pitchFamily="34" charset="-122"/>
                <a:cs typeface="Calibri" pitchFamily="34" charset="-120"/>
              </a:rPr>
              <a:t>This workshop gives you a plan for both realities.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B9EA2"/>
          </a:solidFill>
          <a:ln/>
        </p:spPr>
        <p:txBody>
          <a:bodyPr/>
          <a:lstStyle/>
          <a:p>
            <a:endParaRPr lang="en-US"/>
          </a:p>
        </p:txBody>
      </p:sp>
      <p:sp>
        <p:nvSpPr>
          <p:cNvPr id="3" name="Text 1"/>
          <p:cNvSpPr/>
          <p:nvPr/>
        </p:nvSpPr>
        <p:spPr>
          <a:xfrm>
            <a:off x="548640" y="137160"/>
            <a:ext cx="7772400" cy="50292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Four Families. Every Cybersecurity Role.</a:t>
            </a:r>
            <a:endParaRPr lang="en-US" sz="2400" dirty="0"/>
          </a:p>
        </p:txBody>
      </p:sp>
      <p:sp>
        <p:nvSpPr>
          <p:cNvPr id="4" name="Text 2"/>
          <p:cNvSpPr/>
          <p:nvPr/>
        </p:nvSpPr>
        <p:spPr>
          <a:xfrm>
            <a:off x="548640" y="594360"/>
            <a:ext cx="7315200" cy="274320"/>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Find which family matches your energy, then explore the roles inside it.</a:t>
            </a:r>
            <a:endParaRPr lang="en-US" sz="1200" dirty="0"/>
          </a:p>
        </p:txBody>
      </p:sp>
      <p:sp>
        <p:nvSpPr>
          <p:cNvPr id="5" name="Shape 3"/>
          <p:cNvSpPr/>
          <p:nvPr/>
        </p:nvSpPr>
        <p:spPr>
          <a:xfrm>
            <a:off x="411480" y="1005840"/>
            <a:ext cx="1965960" cy="3840480"/>
          </a:xfrm>
          <a:prstGeom prst="rect">
            <a:avLst/>
          </a:prstGeom>
          <a:solidFill>
            <a:srgbClr val="182635"/>
          </a:solidFill>
          <a:ln/>
        </p:spPr>
        <p:txBody>
          <a:bodyPr/>
          <a:lstStyle/>
          <a:p>
            <a:endParaRPr lang="en-US"/>
          </a:p>
        </p:txBody>
      </p:sp>
      <p:sp>
        <p:nvSpPr>
          <p:cNvPr id="6" name="Shape 4"/>
          <p:cNvSpPr/>
          <p:nvPr/>
        </p:nvSpPr>
        <p:spPr>
          <a:xfrm>
            <a:off x="411480" y="1005840"/>
            <a:ext cx="1965960" cy="54864"/>
          </a:xfrm>
          <a:prstGeom prst="rect">
            <a:avLst/>
          </a:prstGeom>
          <a:solidFill>
            <a:srgbClr val="2B9EA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97280" y="1143000"/>
            <a:ext cx="502920" cy="502920"/>
          </a:xfrm>
          <a:prstGeom prst="rect">
            <a:avLst/>
          </a:prstGeom>
        </p:spPr>
      </p:pic>
      <p:sp>
        <p:nvSpPr>
          <p:cNvPr id="8" name="Text 5"/>
          <p:cNvSpPr/>
          <p:nvPr/>
        </p:nvSpPr>
        <p:spPr>
          <a:xfrm>
            <a:off x="411480" y="1737360"/>
            <a:ext cx="1965960" cy="320040"/>
          </a:xfrm>
          <a:prstGeom prst="rect">
            <a:avLst/>
          </a:prstGeom>
          <a:noFill/>
          <a:ln/>
        </p:spPr>
        <p:txBody>
          <a:bodyPr wrap="square" lIns="0" tIns="0" rIns="0" bIns="0" rtlCol="0" anchor="ctr"/>
          <a:lstStyle/>
          <a:p>
            <a:pPr marL="0" indent="0" algn="ctr">
              <a:buNone/>
            </a:pPr>
            <a:r>
              <a:rPr lang="en-US" sz="1300" b="1" kern="0" spc="200" dirty="0">
                <a:solidFill>
                  <a:srgbClr val="2B9EA2"/>
                </a:solidFill>
                <a:latin typeface="Trebuchet MS" pitchFamily="34" charset="0"/>
                <a:ea typeface="Trebuchet MS" pitchFamily="34" charset="-122"/>
                <a:cs typeface="Trebuchet MS" pitchFamily="34" charset="-120"/>
              </a:rPr>
              <a:t>BUILDERS</a:t>
            </a:r>
            <a:endParaRPr lang="en-US" sz="1300" dirty="0"/>
          </a:p>
        </p:txBody>
      </p:sp>
      <p:sp>
        <p:nvSpPr>
          <p:cNvPr id="9" name="Text 6"/>
          <p:cNvSpPr/>
          <p:nvPr/>
        </p:nvSpPr>
        <p:spPr>
          <a:xfrm>
            <a:off x="548640" y="2103120"/>
            <a:ext cx="1691640" cy="164592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Security Engineer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Cloud Security Engineer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Security Architect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AppSec Engineer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DevSecOps Engineer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IAM Engineer</a:t>
            </a:r>
            <a:endParaRPr lang="en-US" sz="1000" dirty="0"/>
          </a:p>
        </p:txBody>
      </p:sp>
      <p:sp>
        <p:nvSpPr>
          <p:cNvPr id="10" name="Text 7"/>
          <p:cNvSpPr/>
          <p:nvPr/>
        </p:nvSpPr>
        <p:spPr>
          <a:xfrm>
            <a:off x="548640" y="3931920"/>
            <a:ext cx="1691640" cy="640080"/>
          </a:xfrm>
          <a:prstGeom prst="rect">
            <a:avLst/>
          </a:prstGeom>
          <a:noFill/>
          <a:ln/>
        </p:spPr>
        <p:txBody>
          <a:bodyPr wrap="square" lIns="0" tIns="0" rIns="0" bIns="0" rtlCol="0" anchor="ctr"/>
          <a:lstStyle/>
          <a:p>
            <a:pPr marL="0" indent="0">
              <a:buNone/>
            </a:pPr>
            <a:r>
              <a:rPr lang="en-US" sz="1000" i="1" dirty="0">
                <a:solidFill>
                  <a:srgbClr val="2B9EA2"/>
                </a:solidFill>
                <a:latin typeface="Calibri" pitchFamily="34" charset="0"/>
                <a:ea typeface="Calibri" pitchFamily="34" charset="-122"/>
                <a:cs typeface="Calibri" pitchFamily="34" charset="-120"/>
              </a:rPr>
              <a:t>"I want to build</a:t>
            </a:r>
            <a:endParaRPr lang="en-US" sz="1000" dirty="0"/>
          </a:p>
          <a:p>
            <a:pPr marL="0" indent="0">
              <a:buNone/>
            </a:pPr>
            <a:r>
              <a:rPr lang="en-US" sz="1000" i="1" dirty="0">
                <a:solidFill>
                  <a:srgbClr val="2B9EA2"/>
                </a:solidFill>
                <a:latin typeface="Calibri" pitchFamily="34" charset="0"/>
                <a:ea typeface="Calibri" pitchFamily="34" charset="-122"/>
                <a:cs typeface="Calibri" pitchFamily="34" charset="-120"/>
              </a:rPr>
              <a:t>secure systems."</a:t>
            </a:r>
            <a:endParaRPr lang="en-US" sz="1000" dirty="0"/>
          </a:p>
        </p:txBody>
      </p:sp>
      <p:sp>
        <p:nvSpPr>
          <p:cNvPr id="11" name="Shape 8"/>
          <p:cNvSpPr/>
          <p:nvPr/>
        </p:nvSpPr>
        <p:spPr>
          <a:xfrm>
            <a:off x="2560320" y="1005840"/>
            <a:ext cx="1965960" cy="3840480"/>
          </a:xfrm>
          <a:prstGeom prst="rect">
            <a:avLst/>
          </a:prstGeom>
          <a:solidFill>
            <a:srgbClr val="182635"/>
          </a:solidFill>
          <a:ln/>
        </p:spPr>
        <p:txBody>
          <a:bodyPr/>
          <a:lstStyle/>
          <a:p>
            <a:endParaRPr lang="en-US"/>
          </a:p>
        </p:txBody>
      </p:sp>
      <p:sp>
        <p:nvSpPr>
          <p:cNvPr id="12" name="Shape 9"/>
          <p:cNvSpPr/>
          <p:nvPr/>
        </p:nvSpPr>
        <p:spPr>
          <a:xfrm>
            <a:off x="2560320" y="1005840"/>
            <a:ext cx="1965960" cy="54864"/>
          </a:xfrm>
          <a:prstGeom prst="rect">
            <a:avLst/>
          </a:prstGeom>
          <a:solidFill>
            <a:srgbClr val="E8553D"/>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246120" y="1143000"/>
            <a:ext cx="502920" cy="502920"/>
          </a:xfrm>
          <a:prstGeom prst="rect">
            <a:avLst/>
          </a:prstGeom>
        </p:spPr>
      </p:pic>
      <p:sp>
        <p:nvSpPr>
          <p:cNvPr id="14" name="Text 10"/>
          <p:cNvSpPr/>
          <p:nvPr/>
        </p:nvSpPr>
        <p:spPr>
          <a:xfrm>
            <a:off x="2560320" y="1737360"/>
            <a:ext cx="1965960" cy="320040"/>
          </a:xfrm>
          <a:prstGeom prst="rect">
            <a:avLst/>
          </a:prstGeom>
          <a:noFill/>
          <a:ln/>
        </p:spPr>
        <p:txBody>
          <a:bodyPr wrap="square" lIns="0" tIns="0" rIns="0" bIns="0" rtlCol="0" anchor="ctr"/>
          <a:lstStyle/>
          <a:p>
            <a:pPr marL="0" indent="0" algn="ctr">
              <a:buNone/>
            </a:pPr>
            <a:r>
              <a:rPr lang="en-US" sz="1300" b="1" kern="0" spc="200" dirty="0">
                <a:solidFill>
                  <a:srgbClr val="E8553D"/>
                </a:solidFill>
                <a:latin typeface="Trebuchet MS" pitchFamily="34" charset="0"/>
                <a:ea typeface="Trebuchet MS" pitchFamily="34" charset="-122"/>
                <a:cs typeface="Trebuchet MS" pitchFamily="34" charset="-120"/>
              </a:rPr>
              <a:t>BREAKERS</a:t>
            </a:r>
            <a:endParaRPr lang="en-US" sz="1300" dirty="0"/>
          </a:p>
        </p:txBody>
      </p:sp>
      <p:sp>
        <p:nvSpPr>
          <p:cNvPr id="15" name="Text 11"/>
          <p:cNvSpPr/>
          <p:nvPr/>
        </p:nvSpPr>
        <p:spPr>
          <a:xfrm>
            <a:off x="2697480" y="2103120"/>
            <a:ext cx="1691640" cy="164592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Penetration Tester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Red Team Operator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Vulnerability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Bug Bounty Researcher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AI Red Teamer</a:t>
            </a:r>
            <a:endParaRPr lang="en-US" sz="1000" dirty="0"/>
          </a:p>
        </p:txBody>
      </p:sp>
      <p:sp>
        <p:nvSpPr>
          <p:cNvPr id="16" name="Text 12"/>
          <p:cNvSpPr/>
          <p:nvPr/>
        </p:nvSpPr>
        <p:spPr>
          <a:xfrm>
            <a:off x="2697480" y="3931920"/>
            <a:ext cx="1691640" cy="640080"/>
          </a:xfrm>
          <a:prstGeom prst="rect">
            <a:avLst/>
          </a:prstGeom>
          <a:noFill/>
          <a:ln/>
        </p:spPr>
        <p:txBody>
          <a:bodyPr wrap="square" lIns="0" tIns="0" rIns="0" bIns="0" rtlCol="0" anchor="ctr"/>
          <a:lstStyle/>
          <a:p>
            <a:pPr marL="0" indent="0">
              <a:buNone/>
            </a:pPr>
            <a:r>
              <a:rPr lang="en-US" sz="1000" i="1" dirty="0">
                <a:solidFill>
                  <a:srgbClr val="E8553D"/>
                </a:solidFill>
                <a:latin typeface="Calibri" pitchFamily="34" charset="0"/>
                <a:ea typeface="Calibri" pitchFamily="34" charset="-122"/>
                <a:cs typeface="Calibri" pitchFamily="34" charset="-120"/>
              </a:rPr>
              <a:t>"I want to find</a:t>
            </a:r>
            <a:endParaRPr lang="en-US" sz="1000" dirty="0"/>
          </a:p>
          <a:p>
            <a:pPr marL="0" indent="0">
              <a:buNone/>
            </a:pPr>
            <a:r>
              <a:rPr lang="en-US" sz="1000" i="1" dirty="0">
                <a:solidFill>
                  <a:srgbClr val="E8553D"/>
                </a:solidFill>
                <a:latin typeface="Calibri" pitchFamily="34" charset="0"/>
                <a:ea typeface="Calibri" pitchFamily="34" charset="-122"/>
                <a:cs typeface="Calibri" pitchFamily="34" charset="-120"/>
              </a:rPr>
              <a:t>what's broken and where the gaps are."</a:t>
            </a:r>
            <a:endParaRPr lang="en-US" sz="1000" dirty="0"/>
          </a:p>
        </p:txBody>
      </p:sp>
      <p:sp>
        <p:nvSpPr>
          <p:cNvPr id="17" name="Shape 13"/>
          <p:cNvSpPr/>
          <p:nvPr/>
        </p:nvSpPr>
        <p:spPr>
          <a:xfrm>
            <a:off x="4709160" y="1005840"/>
            <a:ext cx="1965960" cy="3840480"/>
          </a:xfrm>
          <a:prstGeom prst="rect">
            <a:avLst/>
          </a:prstGeom>
          <a:solidFill>
            <a:srgbClr val="182635"/>
          </a:solidFill>
          <a:ln/>
        </p:spPr>
        <p:txBody>
          <a:bodyPr/>
          <a:lstStyle/>
          <a:p>
            <a:endParaRPr lang="en-US"/>
          </a:p>
        </p:txBody>
      </p:sp>
      <p:sp>
        <p:nvSpPr>
          <p:cNvPr id="18" name="Shape 14"/>
          <p:cNvSpPr/>
          <p:nvPr/>
        </p:nvSpPr>
        <p:spPr>
          <a:xfrm>
            <a:off x="4709160" y="1005840"/>
            <a:ext cx="1965960" cy="54864"/>
          </a:xfrm>
          <a:prstGeom prst="rect">
            <a:avLst/>
          </a:prstGeom>
          <a:solidFill>
            <a:srgbClr val="3B82F6"/>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394960" y="1143000"/>
            <a:ext cx="502920" cy="502920"/>
          </a:xfrm>
          <a:prstGeom prst="rect">
            <a:avLst/>
          </a:prstGeom>
        </p:spPr>
      </p:pic>
      <p:sp>
        <p:nvSpPr>
          <p:cNvPr id="20" name="Text 15"/>
          <p:cNvSpPr/>
          <p:nvPr/>
        </p:nvSpPr>
        <p:spPr>
          <a:xfrm>
            <a:off x="4709160" y="1737360"/>
            <a:ext cx="1965960" cy="320040"/>
          </a:xfrm>
          <a:prstGeom prst="rect">
            <a:avLst/>
          </a:prstGeom>
          <a:noFill/>
          <a:ln/>
        </p:spPr>
        <p:txBody>
          <a:bodyPr wrap="square" lIns="0" tIns="0" rIns="0" bIns="0" rtlCol="0" anchor="ctr"/>
          <a:lstStyle/>
          <a:p>
            <a:pPr marL="0" indent="0" algn="ctr">
              <a:buNone/>
            </a:pPr>
            <a:r>
              <a:rPr lang="en-US" sz="1300" b="1" kern="0" spc="200" dirty="0">
                <a:solidFill>
                  <a:srgbClr val="3B82F6"/>
                </a:solidFill>
                <a:latin typeface="Trebuchet MS" pitchFamily="34" charset="0"/>
                <a:ea typeface="Trebuchet MS" pitchFamily="34" charset="-122"/>
                <a:cs typeface="Trebuchet MS" pitchFamily="34" charset="-120"/>
              </a:rPr>
              <a:t>DEFENDERS</a:t>
            </a:r>
            <a:endParaRPr lang="en-US" sz="1300" dirty="0"/>
          </a:p>
        </p:txBody>
      </p:sp>
      <p:sp>
        <p:nvSpPr>
          <p:cNvPr id="21" name="Text 16"/>
          <p:cNvSpPr/>
          <p:nvPr/>
        </p:nvSpPr>
        <p:spPr>
          <a:xfrm>
            <a:off x="4846320" y="2103120"/>
            <a:ext cx="1691640" cy="164592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SOC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Incident Responder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Detection Engineer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Threat Intel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Forensics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NOC Analyst</a:t>
            </a:r>
            <a:endParaRPr lang="en-US" sz="1000" dirty="0"/>
          </a:p>
        </p:txBody>
      </p:sp>
      <p:sp>
        <p:nvSpPr>
          <p:cNvPr id="22" name="Text 17"/>
          <p:cNvSpPr/>
          <p:nvPr/>
        </p:nvSpPr>
        <p:spPr>
          <a:xfrm>
            <a:off x="4846320" y="3931920"/>
            <a:ext cx="1691640" cy="640080"/>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"I want to protect</a:t>
            </a:r>
            <a:endParaRPr lang="en-US" sz="1000" dirty="0"/>
          </a:p>
          <a:p>
            <a:pPr marL="0" indent="0">
              <a:buNone/>
            </a:pPr>
            <a:r>
              <a:rPr lang="en-US" sz="1000" i="1" dirty="0">
                <a:solidFill>
                  <a:srgbClr val="3B82F6"/>
                </a:solidFill>
                <a:latin typeface="Calibri" pitchFamily="34" charset="0"/>
                <a:ea typeface="Calibri" pitchFamily="34" charset="-122"/>
                <a:cs typeface="Calibri" pitchFamily="34" charset="-120"/>
              </a:rPr>
              <a:t>and respond."</a:t>
            </a:r>
            <a:endParaRPr lang="en-US" sz="1000" dirty="0"/>
          </a:p>
        </p:txBody>
      </p:sp>
      <p:sp>
        <p:nvSpPr>
          <p:cNvPr id="23" name="Shape 18"/>
          <p:cNvSpPr/>
          <p:nvPr/>
        </p:nvSpPr>
        <p:spPr>
          <a:xfrm>
            <a:off x="6858000" y="1005840"/>
            <a:ext cx="1965960" cy="3840480"/>
          </a:xfrm>
          <a:prstGeom prst="rect">
            <a:avLst/>
          </a:prstGeom>
          <a:solidFill>
            <a:srgbClr val="182635"/>
          </a:solidFill>
          <a:ln/>
        </p:spPr>
        <p:txBody>
          <a:bodyPr/>
          <a:lstStyle/>
          <a:p>
            <a:endParaRPr lang="en-US"/>
          </a:p>
        </p:txBody>
      </p:sp>
      <p:sp>
        <p:nvSpPr>
          <p:cNvPr id="24" name="Shape 19"/>
          <p:cNvSpPr/>
          <p:nvPr/>
        </p:nvSpPr>
        <p:spPr>
          <a:xfrm>
            <a:off x="6858000" y="1005840"/>
            <a:ext cx="1965960" cy="54864"/>
          </a:xfrm>
          <a:prstGeom prst="rect">
            <a:avLst/>
          </a:prstGeom>
          <a:solidFill>
            <a:srgbClr val="F7B267"/>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543800" y="1143000"/>
            <a:ext cx="502920" cy="502920"/>
          </a:xfrm>
          <a:prstGeom prst="rect">
            <a:avLst/>
          </a:prstGeom>
        </p:spPr>
      </p:pic>
      <p:sp>
        <p:nvSpPr>
          <p:cNvPr id="26" name="Text 20"/>
          <p:cNvSpPr/>
          <p:nvPr/>
        </p:nvSpPr>
        <p:spPr>
          <a:xfrm>
            <a:off x="6858000" y="1737360"/>
            <a:ext cx="1965960" cy="320040"/>
          </a:xfrm>
          <a:prstGeom prst="rect">
            <a:avLst/>
          </a:prstGeom>
          <a:noFill/>
          <a:ln/>
        </p:spPr>
        <p:txBody>
          <a:bodyPr wrap="square" lIns="0" tIns="0" rIns="0" bIns="0" rtlCol="0" anchor="ctr"/>
          <a:lstStyle/>
          <a:p>
            <a:pPr marL="0" indent="0" algn="ctr">
              <a:buNone/>
            </a:pPr>
            <a:r>
              <a:rPr lang="en-US" sz="1300" b="1" kern="0" spc="200" dirty="0">
                <a:solidFill>
                  <a:srgbClr val="F7B267"/>
                </a:solidFill>
                <a:latin typeface="Trebuchet MS" pitchFamily="34" charset="0"/>
                <a:ea typeface="Trebuchet MS" pitchFamily="34" charset="-122"/>
                <a:cs typeface="Trebuchet MS" pitchFamily="34" charset="-120"/>
              </a:rPr>
              <a:t>GOVERNORS</a:t>
            </a:r>
            <a:endParaRPr lang="en-US" sz="1300" dirty="0"/>
          </a:p>
        </p:txBody>
      </p:sp>
      <p:sp>
        <p:nvSpPr>
          <p:cNvPr id="27" name="Text 21"/>
          <p:cNvSpPr/>
          <p:nvPr/>
        </p:nvSpPr>
        <p:spPr>
          <a:xfrm>
            <a:off x="6995160" y="2103120"/>
            <a:ext cx="1691640" cy="164592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GRC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IT Auditor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Risk Analyst</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Compliance Manager</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Privacy Analyst/DPO</a:t>
            </a:r>
            <a:endParaRPr lang="en-US" sz="1000" dirty="0"/>
          </a:p>
          <a:p>
            <a:pPr marL="0" indent="0">
              <a:buNone/>
            </a:pPr>
            <a:r>
              <a:rPr lang="en-US" sz="1000" dirty="0">
                <a:solidFill>
                  <a:srgbClr val="CBD5E0"/>
                </a:solidFill>
                <a:latin typeface="Calibri" pitchFamily="34" charset="0"/>
                <a:ea typeface="Calibri" pitchFamily="34" charset="-122"/>
                <a:cs typeface="Calibri" pitchFamily="34" charset="-120"/>
              </a:rPr>
              <a:t>AI Governance Specialist</a:t>
            </a:r>
            <a:endParaRPr lang="en-US" sz="1000" dirty="0"/>
          </a:p>
        </p:txBody>
      </p:sp>
      <p:sp>
        <p:nvSpPr>
          <p:cNvPr id="28" name="Text 22"/>
          <p:cNvSpPr/>
          <p:nvPr/>
        </p:nvSpPr>
        <p:spPr>
          <a:xfrm>
            <a:off x="6995160" y="3931920"/>
            <a:ext cx="1691640" cy="640080"/>
          </a:xfrm>
          <a:prstGeom prst="rect">
            <a:avLst/>
          </a:prstGeom>
          <a:noFill/>
          <a:ln/>
        </p:spPr>
        <p:txBody>
          <a:bodyPr wrap="square" lIns="0" tIns="0" rIns="0" bIns="0" rtlCol="0" anchor="ctr"/>
          <a:lstStyle/>
          <a:p>
            <a:pPr marL="0" indent="0">
              <a:buNone/>
            </a:pPr>
            <a:r>
              <a:rPr lang="en-US" sz="1000" i="1" dirty="0">
                <a:solidFill>
                  <a:srgbClr val="F7B267"/>
                </a:solidFill>
                <a:latin typeface="Calibri" pitchFamily="34" charset="0"/>
                <a:ea typeface="Calibri" pitchFamily="34" charset="-122"/>
                <a:cs typeface="Calibri" pitchFamily="34" charset="-120"/>
              </a:rPr>
              <a:t>"I want to ensure</a:t>
            </a:r>
            <a:endParaRPr lang="en-US" sz="1000" dirty="0"/>
          </a:p>
          <a:p>
            <a:pPr marL="0" indent="0">
              <a:buNone/>
            </a:pPr>
            <a:r>
              <a:rPr lang="en-US" sz="1000" i="1" dirty="0">
                <a:solidFill>
                  <a:srgbClr val="F7B267"/>
                </a:solidFill>
                <a:latin typeface="Calibri" pitchFamily="34" charset="0"/>
                <a:ea typeface="Calibri" pitchFamily="34" charset="-122"/>
                <a:cs typeface="Calibri" pitchFamily="34" charset="-120"/>
              </a:rPr>
              <a:t>accountability."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a:extLst>
            <a:ext uri="{FF2B5EF4-FFF2-40B4-BE49-F238E27FC236}">
              <a16:creationId xmlns:a16="http://schemas.microsoft.com/office/drawing/2014/main" id="{BBAABE5F-0E44-1752-BCCD-411277644723}"/>
            </a:ext>
          </a:extLst>
        </p:cNvPr>
        <p:cNvGrpSpPr/>
        <p:nvPr/>
      </p:nvGrpSpPr>
      <p:grpSpPr>
        <a:xfrm>
          <a:off x="0" y="0"/>
          <a:ext cx="0" cy="0"/>
          <a:chOff x="0" y="0"/>
          <a:chExt cx="0" cy="0"/>
        </a:xfrm>
      </p:grpSpPr>
      <p:sp>
        <p:nvSpPr>
          <p:cNvPr id="12" name="Shape 0">
            <a:extLst>
              <a:ext uri="{FF2B5EF4-FFF2-40B4-BE49-F238E27FC236}">
                <a16:creationId xmlns:a16="http://schemas.microsoft.com/office/drawing/2014/main" id="{DACD5D4C-0D00-9E1B-083B-F766FE3CFC90}"/>
              </a:ext>
            </a:extLst>
          </p:cNvPr>
          <p:cNvSpPr/>
          <p:nvPr/>
        </p:nvSpPr>
        <p:spPr>
          <a:xfrm>
            <a:off x="0" y="0"/>
            <a:ext cx="9144000" cy="36576"/>
          </a:xfrm>
          <a:prstGeom prst="rect">
            <a:avLst/>
          </a:prstGeom>
          <a:solidFill>
            <a:srgbClr val="06B6D4"/>
          </a:solidFill>
          <a:ln/>
        </p:spPr>
        <p:txBody>
          <a:bodyPr/>
          <a:lstStyle/>
          <a:p>
            <a:endParaRPr lang="en-US"/>
          </a:p>
        </p:txBody>
      </p:sp>
      <p:sp>
        <p:nvSpPr>
          <p:cNvPr id="13" name="Text 1">
            <a:extLst>
              <a:ext uri="{FF2B5EF4-FFF2-40B4-BE49-F238E27FC236}">
                <a16:creationId xmlns:a16="http://schemas.microsoft.com/office/drawing/2014/main" id="{73C69286-8CC4-0221-44B5-AD3FD424C5D4}"/>
              </a:ext>
            </a:extLst>
          </p:cNvPr>
          <p:cNvSpPr/>
          <p:nvPr/>
        </p:nvSpPr>
        <p:spPr>
          <a:xfrm>
            <a:off x="457200" y="137160"/>
            <a:ext cx="5029200" cy="411480"/>
          </a:xfrm>
          <a:prstGeom prst="rect">
            <a:avLst/>
          </a:prstGeom>
          <a:noFill/>
          <a:ln/>
        </p:spPr>
        <p:txBody>
          <a:bodyPr wrap="square" lIns="0" tIns="0" rIns="0" bIns="0" rtlCol="0" anchor="ctr"/>
          <a:lstStyle/>
          <a:p>
            <a:pPr marL="0" indent="0">
              <a:buNone/>
            </a:pPr>
            <a:r>
              <a:rPr lang="en-US" sz="2600" b="1" dirty="0">
                <a:solidFill>
                  <a:srgbClr val="F8FAFC"/>
                </a:solidFill>
                <a:latin typeface="Trebuchet MS" pitchFamily="34" charset="0"/>
                <a:ea typeface="Trebuchet MS" pitchFamily="34" charset="-122"/>
                <a:cs typeface="Trebuchet MS" pitchFamily="34" charset="-120"/>
              </a:rPr>
              <a:t>Where Every Role Lives</a:t>
            </a:r>
            <a:endParaRPr lang="en-US" sz="2600" dirty="0"/>
          </a:p>
        </p:txBody>
      </p:sp>
      <p:sp>
        <p:nvSpPr>
          <p:cNvPr id="14" name="Text 2">
            <a:extLst>
              <a:ext uri="{FF2B5EF4-FFF2-40B4-BE49-F238E27FC236}">
                <a16:creationId xmlns:a16="http://schemas.microsoft.com/office/drawing/2014/main" id="{EB354F6B-7608-0DC2-8AD8-761B204C1E7F}"/>
              </a:ext>
            </a:extLst>
          </p:cNvPr>
          <p:cNvSpPr/>
          <p:nvPr/>
        </p:nvSpPr>
        <p:spPr>
          <a:xfrm>
            <a:off x="457200" y="530352"/>
            <a:ext cx="5029200" cy="20116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9 defense layers. 40+ roles. One interactive map.</a:t>
            </a:r>
            <a:endParaRPr lang="en-US" sz="1100" dirty="0"/>
          </a:p>
        </p:txBody>
      </p:sp>
      <p:sp>
        <p:nvSpPr>
          <p:cNvPr id="15" name="Shape 3">
            <a:extLst>
              <a:ext uri="{FF2B5EF4-FFF2-40B4-BE49-F238E27FC236}">
                <a16:creationId xmlns:a16="http://schemas.microsoft.com/office/drawing/2014/main" id="{0B2E3A37-71E5-6385-1852-4DD6934EBF82}"/>
              </a:ext>
            </a:extLst>
          </p:cNvPr>
          <p:cNvSpPr/>
          <p:nvPr/>
        </p:nvSpPr>
        <p:spPr>
          <a:xfrm>
            <a:off x="320040" y="841248"/>
            <a:ext cx="5029200" cy="384048"/>
          </a:xfrm>
          <a:prstGeom prst="rect">
            <a:avLst/>
          </a:prstGeom>
          <a:solidFill>
            <a:srgbClr val="162337"/>
          </a:solidFill>
          <a:ln/>
        </p:spPr>
        <p:txBody>
          <a:bodyPr/>
          <a:lstStyle/>
          <a:p>
            <a:endParaRPr lang="en-US"/>
          </a:p>
        </p:txBody>
      </p:sp>
      <p:sp>
        <p:nvSpPr>
          <p:cNvPr id="16" name="Shape 4">
            <a:extLst>
              <a:ext uri="{FF2B5EF4-FFF2-40B4-BE49-F238E27FC236}">
                <a16:creationId xmlns:a16="http://schemas.microsoft.com/office/drawing/2014/main" id="{70FD7E11-D7D6-FB4C-1DC2-EB5B7AAE299D}"/>
              </a:ext>
            </a:extLst>
          </p:cNvPr>
          <p:cNvSpPr/>
          <p:nvPr/>
        </p:nvSpPr>
        <p:spPr>
          <a:xfrm>
            <a:off x="320040" y="841248"/>
            <a:ext cx="36576" cy="384048"/>
          </a:xfrm>
          <a:prstGeom prst="rect">
            <a:avLst/>
          </a:prstGeom>
          <a:solidFill>
            <a:srgbClr val="22D3EE"/>
          </a:solidFill>
          <a:ln/>
        </p:spPr>
        <p:txBody>
          <a:bodyPr/>
          <a:lstStyle/>
          <a:p>
            <a:endParaRPr lang="en-US"/>
          </a:p>
        </p:txBody>
      </p:sp>
      <p:sp>
        <p:nvSpPr>
          <p:cNvPr id="17" name="Text 5">
            <a:extLst>
              <a:ext uri="{FF2B5EF4-FFF2-40B4-BE49-F238E27FC236}">
                <a16:creationId xmlns:a16="http://schemas.microsoft.com/office/drawing/2014/main" id="{0F5F3336-6C3A-2C8D-8BBF-CC8950BE80A4}"/>
              </a:ext>
            </a:extLst>
          </p:cNvPr>
          <p:cNvSpPr/>
          <p:nvPr/>
        </p:nvSpPr>
        <p:spPr>
          <a:xfrm>
            <a:off x="429768" y="886968"/>
            <a:ext cx="256032" cy="274320"/>
          </a:xfrm>
          <a:prstGeom prst="rect">
            <a:avLst/>
          </a:prstGeom>
          <a:noFill/>
          <a:ln/>
        </p:spPr>
        <p:txBody>
          <a:bodyPr wrap="square" lIns="0" tIns="0" rIns="0" bIns="0" rtlCol="0" anchor="ctr"/>
          <a:lstStyle/>
          <a:p>
            <a:pPr marL="0" indent="0">
              <a:buNone/>
            </a:pPr>
            <a:r>
              <a:rPr lang="en-US" sz="900" b="1" dirty="0">
                <a:solidFill>
                  <a:srgbClr val="22D3EE"/>
                </a:solidFill>
                <a:latin typeface="Calibri" pitchFamily="34" charset="0"/>
                <a:ea typeface="Calibri" pitchFamily="34" charset="-122"/>
                <a:cs typeface="Calibri" pitchFamily="34" charset="-120"/>
              </a:rPr>
              <a:t>01</a:t>
            </a:r>
            <a:endParaRPr lang="en-US" sz="900" dirty="0"/>
          </a:p>
        </p:txBody>
      </p:sp>
      <p:pic>
        <p:nvPicPr>
          <p:cNvPr id="18" name="Image 0" descr="preencoded.png">
            <a:extLst>
              <a:ext uri="{FF2B5EF4-FFF2-40B4-BE49-F238E27FC236}">
                <a16:creationId xmlns:a16="http://schemas.microsoft.com/office/drawing/2014/main" id="{77B6FC9C-636F-9C76-59FA-A4B6C559317B}"/>
              </a:ext>
            </a:extLst>
          </p:cNvPr>
          <p:cNvPicPr>
            <a:picLocks noChangeAspect="1"/>
          </p:cNvPicPr>
          <p:nvPr/>
        </p:nvPicPr>
        <p:blipFill>
          <a:blip r:embed="rId3"/>
          <a:stretch>
            <a:fillRect/>
          </a:stretch>
        </p:blipFill>
        <p:spPr>
          <a:xfrm>
            <a:off x="685800" y="914400"/>
            <a:ext cx="201168" cy="201168"/>
          </a:xfrm>
          <a:prstGeom prst="rect">
            <a:avLst/>
          </a:prstGeom>
        </p:spPr>
      </p:pic>
      <p:sp>
        <p:nvSpPr>
          <p:cNvPr id="19" name="Text 6">
            <a:extLst>
              <a:ext uri="{FF2B5EF4-FFF2-40B4-BE49-F238E27FC236}">
                <a16:creationId xmlns:a16="http://schemas.microsoft.com/office/drawing/2014/main" id="{DD2BB7A2-52C0-E3D1-7F1F-ABF62DA9FEA2}"/>
              </a:ext>
            </a:extLst>
          </p:cNvPr>
          <p:cNvSpPr/>
          <p:nvPr/>
        </p:nvSpPr>
        <p:spPr>
          <a:xfrm>
            <a:off x="960120" y="859536"/>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Customers</a:t>
            </a:r>
            <a:endParaRPr lang="en-US" sz="1100" dirty="0"/>
          </a:p>
        </p:txBody>
      </p:sp>
      <p:sp>
        <p:nvSpPr>
          <p:cNvPr id="20" name="Text 7">
            <a:extLst>
              <a:ext uri="{FF2B5EF4-FFF2-40B4-BE49-F238E27FC236}">
                <a16:creationId xmlns:a16="http://schemas.microsoft.com/office/drawing/2014/main" id="{4E90A269-6AAE-5BE3-2D9E-CE953BD81CF0}"/>
              </a:ext>
            </a:extLst>
          </p:cNvPr>
          <p:cNvSpPr/>
          <p:nvPr/>
        </p:nvSpPr>
        <p:spPr>
          <a:xfrm>
            <a:off x="960120" y="1042416"/>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Client devices, browsers, mobile apps</a:t>
            </a:r>
            <a:endParaRPr lang="en-US" sz="750" dirty="0"/>
          </a:p>
        </p:txBody>
      </p:sp>
      <p:sp>
        <p:nvSpPr>
          <p:cNvPr id="21" name="Shape 8">
            <a:extLst>
              <a:ext uri="{FF2B5EF4-FFF2-40B4-BE49-F238E27FC236}">
                <a16:creationId xmlns:a16="http://schemas.microsoft.com/office/drawing/2014/main" id="{63B4F1E9-CD16-924A-999A-67409A49FD18}"/>
              </a:ext>
            </a:extLst>
          </p:cNvPr>
          <p:cNvSpPr/>
          <p:nvPr/>
        </p:nvSpPr>
        <p:spPr>
          <a:xfrm>
            <a:off x="4663440" y="914400"/>
            <a:ext cx="566928" cy="219456"/>
          </a:xfrm>
          <a:prstGeom prst="rect">
            <a:avLst/>
          </a:prstGeom>
          <a:solidFill>
            <a:srgbClr val="1E293B"/>
          </a:solidFill>
          <a:ln/>
        </p:spPr>
        <p:txBody>
          <a:bodyPr/>
          <a:lstStyle/>
          <a:p>
            <a:endParaRPr lang="en-US"/>
          </a:p>
        </p:txBody>
      </p:sp>
      <p:sp>
        <p:nvSpPr>
          <p:cNvPr id="22" name="Text 9">
            <a:extLst>
              <a:ext uri="{FF2B5EF4-FFF2-40B4-BE49-F238E27FC236}">
                <a16:creationId xmlns:a16="http://schemas.microsoft.com/office/drawing/2014/main" id="{E6BBDBBD-9BA0-58DC-D59A-1E2DD9298092}"/>
              </a:ext>
            </a:extLst>
          </p:cNvPr>
          <p:cNvSpPr/>
          <p:nvPr/>
        </p:nvSpPr>
        <p:spPr>
          <a:xfrm>
            <a:off x="4663440" y="914400"/>
            <a:ext cx="566928" cy="219456"/>
          </a:xfrm>
          <a:prstGeom prst="rect">
            <a:avLst/>
          </a:prstGeom>
          <a:noFill/>
          <a:ln/>
        </p:spPr>
        <p:txBody>
          <a:bodyPr wrap="square" lIns="0" tIns="0" rIns="0" bIns="0" rtlCol="0" anchor="ctr"/>
          <a:lstStyle/>
          <a:p>
            <a:pPr marL="0" indent="0" algn="ctr">
              <a:buNone/>
            </a:pPr>
            <a:r>
              <a:rPr lang="en-US" sz="800" b="1" dirty="0">
                <a:solidFill>
                  <a:srgbClr val="22D3EE"/>
                </a:solidFill>
                <a:latin typeface="Calibri" pitchFamily="34" charset="0"/>
                <a:ea typeface="Calibri" pitchFamily="34" charset="-122"/>
                <a:cs typeface="Calibri" pitchFamily="34" charset="-120"/>
              </a:rPr>
              <a:t>4 roles</a:t>
            </a:r>
            <a:endParaRPr lang="en-US" sz="800" dirty="0"/>
          </a:p>
        </p:txBody>
      </p:sp>
      <p:sp>
        <p:nvSpPr>
          <p:cNvPr id="23" name="Shape 10">
            <a:extLst>
              <a:ext uri="{FF2B5EF4-FFF2-40B4-BE49-F238E27FC236}">
                <a16:creationId xmlns:a16="http://schemas.microsoft.com/office/drawing/2014/main" id="{B468033C-4303-69B6-4A61-EA4302EA74C4}"/>
              </a:ext>
            </a:extLst>
          </p:cNvPr>
          <p:cNvSpPr/>
          <p:nvPr/>
        </p:nvSpPr>
        <p:spPr>
          <a:xfrm>
            <a:off x="320040" y="1261872"/>
            <a:ext cx="5029200" cy="384048"/>
          </a:xfrm>
          <a:prstGeom prst="rect">
            <a:avLst/>
          </a:prstGeom>
          <a:solidFill>
            <a:srgbClr val="162337"/>
          </a:solidFill>
          <a:ln/>
        </p:spPr>
        <p:txBody>
          <a:bodyPr/>
          <a:lstStyle/>
          <a:p>
            <a:endParaRPr lang="en-US"/>
          </a:p>
        </p:txBody>
      </p:sp>
      <p:sp>
        <p:nvSpPr>
          <p:cNvPr id="24" name="Shape 11">
            <a:extLst>
              <a:ext uri="{FF2B5EF4-FFF2-40B4-BE49-F238E27FC236}">
                <a16:creationId xmlns:a16="http://schemas.microsoft.com/office/drawing/2014/main" id="{D060BC93-E748-175C-76EB-6FCA8867D343}"/>
              </a:ext>
            </a:extLst>
          </p:cNvPr>
          <p:cNvSpPr/>
          <p:nvPr/>
        </p:nvSpPr>
        <p:spPr>
          <a:xfrm>
            <a:off x="320040" y="1261872"/>
            <a:ext cx="36576" cy="384048"/>
          </a:xfrm>
          <a:prstGeom prst="rect">
            <a:avLst/>
          </a:prstGeom>
          <a:solidFill>
            <a:srgbClr val="3B82F6"/>
          </a:solidFill>
          <a:ln/>
        </p:spPr>
        <p:txBody>
          <a:bodyPr/>
          <a:lstStyle/>
          <a:p>
            <a:endParaRPr lang="en-US"/>
          </a:p>
        </p:txBody>
      </p:sp>
      <p:sp>
        <p:nvSpPr>
          <p:cNvPr id="25" name="Text 12">
            <a:extLst>
              <a:ext uri="{FF2B5EF4-FFF2-40B4-BE49-F238E27FC236}">
                <a16:creationId xmlns:a16="http://schemas.microsoft.com/office/drawing/2014/main" id="{532274E9-985E-D072-8DEA-102C43F9050A}"/>
              </a:ext>
            </a:extLst>
          </p:cNvPr>
          <p:cNvSpPr/>
          <p:nvPr/>
        </p:nvSpPr>
        <p:spPr>
          <a:xfrm>
            <a:off x="429768" y="1307592"/>
            <a:ext cx="256032" cy="274320"/>
          </a:xfrm>
          <a:prstGeom prst="rect">
            <a:avLst/>
          </a:prstGeom>
          <a:noFill/>
          <a:ln/>
        </p:spPr>
        <p:txBody>
          <a:bodyPr wrap="square" lIns="0" tIns="0" rIns="0" bIns="0" rtlCol="0" anchor="ctr"/>
          <a:lstStyle/>
          <a:p>
            <a:pPr marL="0" indent="0">
              <a:buNone/>
            </a:pPr>
            <a:r>
              <a:rPr lang="en-US" sz="900" b="1" dirty="0">
                <a:solidFill>
                  <a:srgbClr val="3B82F6"/>
                </a:solidFill>
                <a:latin typeface="Calibri" pitchFamily="34" charset="0"/>
                <a:ea typeface="Calibri" pitchFamily="34" charset="-122"/>
                <a:cs typeface="Calibri" pitchFamily="34" charset="-120"/>
              </a:rPr>
              <a:t>02</a:t>
            </a:r>
            <a:endParaRPr lang="en-US" sz="900" dirty="0"/>
          </a:p>
        </p:txBody>
      </p:sp>
      <p:pic>
        <p:nvPicPr>
          <p:cNvPr id="26" name="Image 1" descr="preencoded.png">
            <a:extLst>
              <a:ext uri="{FF2B5EF4-FFF2-40B4-BE49-F238E27FC236}">
                <a16:creationId xmlns:a16="http://schemas.microsoft.com/office/drawing/2014/main" id="{607A59FD-3993-5853-A06C-10C9E1DA89E5}"/>
              </a:ext>
            </a:extLst>
          </p:cNvPr>
          <p:cNvPicPr>
            <a:picLocks noChangeAspect="1"/>
          </p:cNvPicPr>
          <p:nvPr/>
        </p:nvPicPr>
        <p:blipFill>
          <a:blip r:embed="rId4"/>
          <a:stretch>
            <a:fillRect/>
          </a:stretch>
        </p:blipFill>
        <p:spPr>
          <a:xfrm>
            <a:off x="685800" y="1335024"/>
            <a:ext cx="201168" cy="201168"/>
          </a:xfrm>
          <a:prstGeom prst="rect">
            <a:avLst/>
          </a:prstGeom>
        </p:spPr>
      </p:pic>
      <p:sp>
        <p:nvSpPr>
          <p:cNvPr id="27" name="Text 13">
            <a:extLst>
              <a:ext uri="{FF2B5EF4-FFF2-40B4-BE49-F238E27FC236}">
                <a16:creationId xmlns:a16="http://schemas.microsoft.com/office/drawing/2014/main" id="{20EB7981-752E-86BC-787F-643BD9F3A293}"/>
              </a:ext>
            </a:extLst>
          </p:cNvPr>
          <p:cNvSpPr/>
          <p:nvPr/>
        </p:nvSpPr>
        <p:spPr>
          <a:xfrm>
            <a:off x="960120" y="1280160"/>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Internet</a:t>
            </a:r>
            <a:endParaRPr lang="en-US" sz="1100" dirty="0"/>
          </a:p>
        </p:txBody>
      </p:sp>
      <p:sp>
        <p:nvSpPr>
          <p:cNvPr id="28" name="Text 14">
            <a:extLst>
              <a:ext uri="{FF2B5EF4-FFF2-40B4-BE49-F238E27FC236}">
                <a16:creationId xmlns:a16="http://schemas.microsoft.com/office/drawing/2014/main" id="{0CCB9787-381F-4F4A-E133-2750ABA9E2B1}"/>
              </a:ext>
            </a:extLst>
          </p:cNvPr>
          <p:cNvSpPr/>
          <p:nvPr/>
        </p:nvSpPr>
        <p:spPr>
          <a:xfrm>
            <a:off x="960120" y="1463040"/>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DNS, CDN, DDoS protection</a:t>
            </a:r>
            <a:endParaRPr lang="en-US" sz="750" dirty="0"/>
          </a:p>
        </p:txBody>
      </p:sp>
      <p:sp>
        <p:nvSpPr>
          <p:cNvPr id="29" name="Shape 15">
            <a:extLst>
              <a:ext uri="{FF2B5EF4-FFF2-40B4-BE49-F238E27FC236}">
                <a16:creationId xmlns:a16="http://schemas.microsoft.com/office/drawing/2014/main" id="{B7857530-301E-7362-C10E-FF1B7BA5DA7F}"/>
              </a:ext>
            </a:extLst>
          </p:cNvPr>
          <p:cNvSpPr/>
          <p:nvPr/>
        </p:nvSpPr>
        <p:spPr>
          <a:xfrm>
            <a:off x="4663440" y="1335024"/>
            <a:ext cx="566928" cy="219456"/>
          </a:xfrm>
          <a:prstGeom prst="rect">
            <a:avLst/>
          </a:prstGeom>
          <a:solidFill>
            <a:srgbClr val="1E293B"/>
          </a:solidFill>
          <a:ln/>
        </p:spPr>
        <p:txBody>
          <a:bodyPr/>
          <a:lstStyle/>
          <a:p>
            <a:endParaRPr lang="en-US"/>
          </a:p>
        </p:txBody>
      </p:sp>
      <p:sp>
        <p:nvSpPr>
          <p:cNvPr id="30" name="Text 16">
            <a:extLst>
              <a:ext uri="{FF2B5EF4-FFF2-40B4-BE49-F238E27FC236}">
                <a16:creationId xmlns:a16="http://schemas.microsoft.com/office/drawing/2014/main" id="{497E2E8B-2B96-F96A-5068-A773CA0A34D3}"/>
              </a:ext>
            </a:extLst>
          </p:cNvPr>
          <p:cNvSpPr/>
          <p:nvPr/>
        </p:nvSpPr>
        <p:spPr>
          <a:xfrm>
            <a:off x="4663440" y="1335024"/>
            <a:ext cx="566928" cy="219456"/>
          </a:xfrm>
          <a:prstGeom prst="rect">
            <a:avLst/>
          </a:prstGeom>
          <a:noFill/>
          <a:ln/>
        </p:spPr>
        <p:txBody>
          <a:bodyPr wrap="square" lIns="0" tIns="0" rIns="0" bIns="0" rtlCol="0" anchor="ctr"/>
          <a:lstStyle/>
          <a:p>
            <a:pPr marL="0" indent="0" algn="ctr">
              <a:buNone/>
            </a:pPr>
            <a:r>
              <a:rPr lang="en-US" sz="800" b="1" dirty="0">
                <a:solidFill>
                  <a:srgbClr val="3B82F6"/>
                </a:solidFill>
                <a:latin typeface="Calibri" pitchFamily="34" charset="0"/>
                <a:ea typeface="Calibri" pitchFamily="34" charset="-122"/>
                <a:cs typeface="Calibri" pitchFamily="34" charset="-120"/>
              </a:rPr>
              <a:t>3 roles</a:t>
            </a:r>
            <a:endParaRPr lang="en-US" sz="800" dirty="0"/>
          </a:p>
        </p:txBody>
      </p:sp>
      <p:sp>
        <p:nvSpPr>
          <p:cNvPr id="31" name="Shape 17">
            <a:extLst>
              <a:ext uri="{FF2B5EF4-FFF2-40B4-BE49-F238E27FC236}">
                <a16:creationId xmlns:a16="http://schemas.microsoft.com/office/drawing/2014/main" id="{1034B171-FA49-C036-C6CA-B095371ACF2C}"/>
              </a:ext>
            </a:extLst>
          </p:cNvPr>
          <p:cNvSpPr/>
          <p:nvPr/>
        </p:nvSpPr>
        <p:spPr>
          <a:xfrm>
            <a:off x="320040" y="1682496"/>
            <a:ext cx="5029200" cy="384048"/>
          </a:xfrm>
          <a:prstGeom prst="rect">
            <a:avLst/>
          </a:prstGeom>
          <a:solidFill>
            <a:srgbClr val="162337"/>
          </a:solidFill>
          <a:ln/>
        </p:spPr>
        <p:txBody>
          <a:bodyPr/>
          <a:lstStyle/>
          <a:p>
            <a:endParaRPr lang="en-US"/>
          </a:p>
        </p:txBody>
      </p:sp>
      <p:sp>
        <p:nvSpPr>
          <p:cNvPr id="32" name="Shape 18">
            <a:extLst>
              <a:ext uri="{FF2B5EF4-FFF2-40B4-BE49-F238E27FC236}">
                <a16:creationId xmlns:a16="http://schemas.microsoft.com/office/drawing/2014/main" id="{E643726C-9811-E9DC-CAFB-5D320DB48149}"/>
              </a:ext>
            </a:extLst>
          </p:cNvPr>
          <p:cNvSpPr/>
          <p:nvPr/>
        </p:nvSpPr>
        <p:spPr>
          <a:xfrm>
            <a:off x="320040" y="1682496"/>
            <a:ext cx="36576" cy="384048"/>
          </a:xfrm>
          <a:prstGeom prst="rect">
            <a:avLst/>
          </a:prstGeom>
          <a:solidFill>
            <a:srgbClr val="F59E0B"/>
          </a:solidFill>
          <a:ln/>
        </p:spPr>
        <p:txBody>
          <a:bodyPr/>
          <a:lstStyle/>
          <a:p>
            <a:endParaRPr lang="en-US"/>
          </a:p>
        </p:txBody>
      </p:sp>
      <p:sp>
        <p:nvSpPr>
          <p:cNvPr id="33" name="Text 19">
            <a:extLst>
              <a:ext uri="{FF2B5EF4-FFF2-40B4-BE49-F238E27FC236}">
                <a16:creationId xmlns:a16="http://schemas.microsoft.com/office/drawing/2014/main" id="{5F0DBFEE-F445-5631-FECC-1FC493C8ACFC}"/>
              </a:ext>
            </a:extLst>
          </p:cNvPr>
          <p:cNvSpPr/>
          <p:nvPr/>
        </p:nvSpPr>
        <p:spPr>
          <a:xfrm>
            <a:off x="429768" y="1728216"/>
            <a:ext cx="256032" cy="274320"/>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03</a:t>
            </a:r>
            <a:endParaRPr lang="en-US" sz="900" dirty="0"/>
          </a:p>
        </p:txBody>
      </p:sp>
      <p:pic>
        <p:nvPicPr>
          <p:cNvPr id="34" name="Image 2" descr="preencoded.png">
            <a:extLst>
              <a:ext uri="{FF2B5EF4-FFF2-40B4-BE49-F238E27FC236}">
                <a16:creationId xmlns:a16="http://schemas.microsoft.com/office/drawing/2014/main" id="{4DD577AC-F335-3558-3388-D914A89FBBA1}"/>
              </a:ext>
            </a:extLst>
          </p:cNvPr>
          <p:cNvPicPr>
            <a:picLocks noChangeAspect="1"/>
          </p:cNvPicPr>
          <p:nvPr/>
        </p:nvPicPr>
        <p:blipFill>
          <a:blip r:embed="rId5"/>
          <a:stretch>
            <a:fillRect/>
          </a:stretch>
        </p:blipFill>
        <p:spPr>
          <a:xfrm>
            <a:off x="685800" y="1755648"/>
            <a:ext cx="201168" cy="201168"/>
          </a:xfrm>
          <a:prstGeom prst="rect">
            <a:avLst/>
          </a:prstGeom>
        </p:spPr>
      </p:pic>
      <p:sp>
        <p:nvSpPr>
          <p:cNvPr id="35" name="Text 20">
            <a:extLst>
              <a:ext uri="{FF2B5EF4-FFF2-40B4-BE49-F238E27FC236}">
                <a16:creationId xmlns:a16="http://schemas.microsoft.com/office/drawing/2014/main" id="{F962BA69-F1EE-EC3A-7528-F69C4D528ED6}"/>
              </a:ext>
            </a:extLst>
          </p:cNvPr>
          <p:cNvSpPr/>
          <p:nvPr/>
        </p:nvSpPr>
        <p:spPr>
          <a:xfrm>
            <a:off x="960120" y="1700784"/>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Perimeter</a:t>
            </a:r>
            <a:endParaRPr lang="en-US" sz="1100" dirty="0"/>
          </a:p>
        </p:txBody>
      </p:sp>
      <p:sp>
        <p:nvSpPr>
          <p:cNvPr id="36" name="Text 21">
            <a:extLst>
              <a:ext uri="{FF2B5EF4-FFF2-40B4-BE49-F238E27FC236}">
                <a16:creationId xmlns:a16="http://schemas.microsoft.com/office/drawing/2014/main" id="{2D4318E9-7790-B300-A372-6F7AF751C495}"/>
              </a:ext>
            </a:extLst>
          </p:cNvPr>
          <p:cNvSpPr/>
          <p:nvPr/>
        </p:nvSpPr>
        <p:spPr>
          <a:xfrm>
            <a:off x="960120" y="1883664"/>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Firewalls, WAF, IDS/IPS, VPN</a:t>
            </a:r>
            <a:endParaRPr lang="en-US" sz="750" dirty="0"/>
          </a:p>
        </p:txBody>
      </p:sp>
      <p:sp>
        <p:nvSpPr>
          <p:cNvPr id="37" name="Shape 22">
            <a:extLst>
              <a:ext uri="{FF2B5EF4-FFF2-40B4-BE49-F238E27FC236}">
                <a16:creationId xmlns:a16="http://schemas.microsoft.com/office/drawing/2014/main" id="{2029D3AA-23C1-68A8-7D8A-E1131AFD2762}"/>
              </a:ext>
            </a:extLst>
          </p:cNvPr>
          <p:cNvSpPr/>
          <p:nvPr/>
        </p:nvSpPr>
        <p:spPr>
          <a:xfrm>
            <a:off x="4663440" y="1755648"/>
            <a:ext cx="566928" cy="219456"/>
          </a:xfrm>
          <a:prstGeom prst="rect">
            <a:avLst/>
          </a:prstGeom>
          <a:solidFill>
            <a:srgbClr val="1E293B"/>
          </a:solidFill>
          <a:ln/>
        </p:spPr>
        <p:txBody>
          <a:bodyPr/>
          <a:lstStyle/>
          <a:p>
            <a:endParaRPr lang="en-US"/>
          </a:p>
        </p:txBody>
      </p:sp>
      <p:sp>
        <p:nvSpPr>
          <p:cNvPr id="38" name="Text 23">
            <a:extLst>
              <a:ext uri="{FF2B5EF4-FFF2-40B4-BE49-F238E27FC236}">
                <a16:creationId xmlns:a16="http://schemas.microsoft.com/office/drawing/2014/main" id="{DDD35FCE-2258-3557-B02D-5CCA87D383CC}"/>
              </a:ext>
            </a:extLst>
          </p:cNvPr>
          <p:cNvSpPr/>
          <p:nvPr/>
        </p:nvSpPr>
        <p:spPr>
          <a:xfrm>
            <a:off x="4663440" y="1755648"/>
            <a:ext cx="566928" cy="219456"/>
          </a:xfrm>
          <a:prstGeom prst="rect">
            <a:avLst/>
          </a:prstGeom>
          <a:noFill/>
          <a:ln/>
        </p:spPr>
        <p:txBody>
          <a:bodyPr wrap="square" lIns="0" tIns="0" rIns="0" bIns="0" rtlCol="0" anchor="ctr"/>
          <a:lstStyle/>
          <a:p>
            <a:pPr marL="0" indent="0" algn="ctr">
              <a:buNone/>
            </a:pPr>
            <a:r>
              <a:rPr lang="en-US" sz="800" b="1" dirty="0">
                <a:solidFill>
                  <a:srgbClr val="F59E0B"/>
                </a:solidFill>
                <a:latin typeface="Calibri" pitchFamily="34" charset="0"/>
                <a:ea typeface="Calibri" pitchFamily="34" charset="-122"/>
                <a:cs typeface="Calibri" pitchFamily="34" charset="-120"/>
              </a:rPr>
              <a:t>5 roles</a:t>
            </a:r>
            <a:endParaRPr lang="en-US" sz="800" dirty="0"/>
          </a:p>
        </p:txBody>
      </p:sp>
      <p:sp>
        <p:nvSpPr>
          <p:cNvPr id="39" name="Shape 24">
            <a:extLst>
              <a:ext uri="{FF2B5EF4-FFF2-40B4-BE49-F238E27FC236}">
                <a16:creationId xmlns:a16="http://schemas.microsoft.com/office/drawing/2014/main" id="{38200362-9E54-FC68-C716-0F84ADC8DB20}"/>
              </a:ext>
            </a:extLst>
          </p:cNvPr>
          <p:cNvSpPr/>
          <p:nvPr/>
        </p:nvSpPr>
        <p:spPr>
          <a:xfrm>
            <a:off x="320040" y="2103120"/>
            <a:ext cx="5029200" cy="384048"/>
          </a:xfrm>
          <a:prstGeom prst="rect">
            <a:avLst/>
          </a:prstGeom>
          <a:solidFill>
            <a:srgbClr val="162337"/>
          </a:solidFill>
          <a:ln/>
        </p:spPr>
        <p:txBody>
          <a:bodyPr/>
          <a:lstStyle/>
          <a:p>
            <a:endParaRPr lang="en-US"/>
          </a:p>
        </p:txBody>
      </p:sp>
      <p:sp>
        <p:nvSpPr>
          <p:cNvPr id="40" name="Shape 25">
            <a:extLst>
              <a:ext uri="{FF2B5EF4-FFF2-40B4-BE49-F238E27FC236}">
                <a16:creationId xmlns:a16="http://schemas.microsoft.com/office/drawing/2014/main" id="{50935F38-7E0D-9D03-5C9E-4CA4BB1BC4DA}"/>
              </a:ext>
            </a:extLst>
          </p:cNvPr>
          <p:cNvSpPr/>
          <p:nvPr/>
        </p:nvSpPr>
        <p:spPr>
          <a:xfrm>
            <a:off x="320040" y="2103120"/>
            <a:ext cx="36576" cy="384048"/>
          </a:xfrm>
          <a:prstGeom prst="rect">
            <a:avLst/>
          </a:prstGeom>
          <a:solidFill>
            <a:srgbClr val="EF4444"/>
          </a:solidFill>
          <a:ln/>
        </p:spPr>
        <p:txBody>
          <a:bodyPr/>
          <a:lstStyle/>
          <a:p>
            <a:endParaRPr lang="en-US"/>
          </a:p>
        </p:txBody>
      </p:sp>
      <p:sp>
        <p:nvSpPr>
          <p:cNvPr id="41" name="Text 26">
            <a:extLst>
              <a:ext uri="{FF2B5EF4-FFF2-40B4-BE49-F238E27FC236}">
                <a16:creationId xmlns:a16="http://schemas.microsoft.com/office/drawing/2014/main" id="{52CD8CDC-752B-2F6D-B352-5169F29B1D59}"/>
              </a:ext>
            </a:extLst>
          </p:cNvPr>
          <p:cNvSpPr/>
          <p:nvPr/>
        </p:nvSpPr>
        <p:spPr>
          <a:xfrm>
            <a:off x="429768" y="2148840"/>
            <a:ext cx="256032" cy="274320"/>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04</a:t>
            </a:r>
            <a:endParaRPr lang="en-US" sz="900" dirty="0"/>
          </a:p>
        </p:txBody>
      </p:sp>
      <p:pic>
        <p:nvPicPr>
          <p:cNvPr id="42" name="Image 3" descr="preencoded.png">
            <a:extLst>
              <a:ext uri="{FF2B5EF4-FFF2-40B4-BE49-F238E27FC236}">
                <a16:creationId xmlns:a16="http://schemas.microsoft.com/office/drawing/2014/main" id="{A2E798DA-28F6-B74A-A048-41266A94FB23}"/>
              </a:ext>
            </a:extLst>
          </p:cNvPr>
          <p:cNvPicPr>
            <a:picLocks noChangeAspect="1"/>
          </p:cNvPicPr>
          <p:nvPr/>
        </p:nvPicPr>
        <p:blipFill>
          <a:blip r:embed="rId6"/>
          <a:stretch>
            <a:fillRect/>
          </a:stretch>
        </p:blipFill>
        <p:spPr>
          <a:xfrm>
            <a:off x="685800" y="2176272"/>
            <a:ext cx="201168" cy="201168"/>
          </a:xfrm>
          <a:prstGeom prst="rect">
            <a:avLst/>
          </a:prstGeom>
        </p:spPr>
      </p:pic>
      <p:sp>
        <p:nvSpPr>
          <p:cNvPr id="43" name="Text 27">
            <a:extLst>
              <a:ext uri="{FF2B5EF4-FFF2-40B4-BE49-F238E27FC236}">
                <a16:creationId xmlns:a16="http://schemas.microsoft.com/office/drawing/2014/main" id="{0A250E98-E040-4060-5785-E5CFF05D37A9}"/>
              </a:ext>
            </a:extLst>
          </p:cNvPr>
          <p:cNvSpPr/>
          <p:nvPr/>
        </p:nvSpPr>
        <p:spPr>
          <a:xfrm>
            <a:off x="960120" y="2121408"/>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DMZ</a:t>
            </a:r>
            <a:endParaRPr lang="en-US" sz="1100" dirty="0"/>
          </a:p>
        </p:txBody>
      </p:sp>
      <p:sp>
        <p:nvSpPr>
          <p:cNvPr id="44" name="Text 28">
            <a:extLst>
              <a:ext uri="{FF2B5EF4-FFF2-40B4-BE49-F238E27FC236}">
                <a16:creationId xmlns:a16="http://schemas.microsoft.com/office/drawing/2014/main" id="{B46FE4C0-E378-35F5-5D09-AEBAB4E5B985}"/>
              </a:ext>
            </a:extLst>
          </p:cNvPr>
          <p:cNvSpPr/>
          <p:nvPr/>
        </p:nvSpPr>
        <p:spPr>
          <a:xfrm>
            <a:off x="960120" y="2304288"/>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Proxy servers, mail gateways, web servers</a:t>
            </a:r>
            <a:endParaRPr lang="en-US" sz="750" dirty="0"/>
          </a:p>
        </p:txBody>
      </p:sp>
      <p:sp>
        <p:nvSpPr>
          <p:cNvPr id="45" name="Shape 29">
            <a:extLst>
              <a:ext uri="{FF2B5EF4-FFF2-40B4-BE49-F238E27FC236}">
                <a16:creationId xmlns:a16="http://schemas.microsoft.com/office/drawing/2014/main" id="{DE238C6A-49EC-2920-74D3-B31EB6EA1098}"/>
              </a:ext>
            </a:extLst>
          </p:cNvPr>
          <p:cNvSpPr/>
          <p:nvPr/>
        </p:nvSpPr>
        <p:spPr>
          <a:xfrm>
            <a:off x="4663440" y="2176272"/>
            <a:ext cx="566928" cy="219456"/>
          </a:xfrm>
          <a:prstGeom prst="rect">
            <a:avLst/>
          </a:prstGeom>
          <a:solidFill>
            <a:srgbClr val="1E293B"/>
          </a:solidFill>
          <a:ln/>
        </p:spPr>
        <p:txBody>
          <a:bodyPr/>
          <a:lstStyle/>
          <a:p>
            <a:endParaRPr lang="en-US"/>
          </a:p>
        </p:txBody>
      </p:sp>
      <p:sp>
        <p:nvSpPr>
          <p:cNvPr id="46" name="Text 30">
            <a:extLst>
              <a:ext uri="{FF2B5EF4-FFF2-40B4-BE49-F238E27FC236}">
                <a16:creationId xmlns:a16="http://schemas.microsoft.com/office/drawing/2014/main" id="{4B3E0785-9EFF-6DA8-6474-60EEF7549809}"/>
              </a:ext>
            </a:extLst>
          </p:cNvPr>
          <p:cNvSpPr/>
          <p:nvPr/>
        </p:nvSpPr>
        <p:spPr>
          <a:xfrm>
            <a:off x="4663440" y="2176272"/>
            <a:ext cx="566928" cy="219456"/>
          </a:xfrm>
          <a:prstGeom prst="rect">
            <a:avLst/>
          </a:prstGeom>
          <a:noFill/>
          <a:ln/>
        </p:spPr>
        <p:txBody>
          <a:bodyPr wrap="square" lIns="0" tIns="0" rIns="0" bIns="0" rtlCol="0" anchor="ctr"/>
          <a:lstStyle/>
          <a:p>
            <a:pPr marL="0" indent="0" algn="ctr">
              <a:buNone/>
            </a:pPr>
            <a:r>
              <a:rPr lang="en-US" sz="800" b="1" dirty="0">
                <a:solidFill>
                  <a:srgbClr val="EF4444"/>
                </a:solidFill>
                <a:latin typeface="Calibri" pitchFamily="34" charset="0"/>
                <a:ea typeface="Calibri" pitchFamily="34" charset="-122"/>
                <a:cs typeface="Calibri" pitchFamily="34" charset="-120"/>
              </a:rPr>
              <a:t>4 roles</a:t>
            </a:r>
            <a:endParaRPr lang="en-US" sz="800" dirty="0"/>
          </a:p>
        </p:txBody>
      </p:sp>
      <p:sp>
        <p:nvSpPr>
          <p:cNvPr id="47" name="Shape 31">
            <a:extLst>
              <a:ext uri="{FF2B5EF4-FFF2-40B4-BE49-F238E27FC236}">
                <a16:creationId xmlns:a16="http://schemas.microsoft.com/office/drawing/2014/main" id="{6FB81FEB-0F19-63D9-0FB8-5F3BC6D81AE4}"/>
              </a:ext>
            </a:extLst>
          </p:cNvPr>
          <p:cNvSpPr/>
          <p:nvPr/>
        </p:nvSpPr>
        <p:spPr>
          <a:xfrm>
            <a:off x="320040" y="2523744"/>
            <a:ext cx="5029200" cy="384048"/>
          </a:xfrm>
          <a:prstGeom prst="rect">
            <a:avLst/>
          </a:prstGeom>
          <a:solidFill>
            <a:srgbClr val="162337"/>
          </a:solidFill>
          <a:ln/>
        </p:spPr>
        <p:txBody>
          <a:bodyPr/>
          <a:lstStyle/>
          <a:p>
            <a:endParaRPr lang="en-US"/>
          </a:p>
        </p:txBody>
      </p:sp>
      <p:sp>
        <p:nvSpPr>
          <p:cNvPr id="48" name="Shape 32">
            <a:extLst>
              <a:ext uri="{FF2B5EF4-FFF2-40B4-BE49-F238E27FC236}">
                <a16:creationId xmlns:a16="http://schemas.microsoft.com/office/drawing/2014/main" id="{4229EE81-6E55-91DC-0181-BD0B2F798270}"/>
              </a:ext>
            </a:extLst>
          </p:cNvPr>
          <p:cNvSpPr/>
          <p:nvPr/>
        </p:nvSpPr>
        <p:spPr>
          <a:xfrm>
            <a:off x="320040" y="2523744"/>
            <a:ext cx="36576" cy="384048"/>
          </a:xfrm>
          <a:prstGeom prst="rect">
            <a:avLst/>
          </a:prstGeom>
          <a:solidFill>
            <a:srgbClr val="A855F7"/>
          </a:solidFill>
          <a:ln/>
        </p:spPr>
        <p:txBody>
          <a:bodyPr/>
          <a:lstStyle/>
          <a:p>
            <a:endParaRPr lang="en-US"/>
          </a:p>
        </p:txBody>
      </p:sp>
      <p:sp>
        <p:nvSpPr>
          <p:cNvPr id="49" name="Text 33">
            <a:extLst>
              <a:ext uri="{FF2B5EF4-FFF2-40B4-BE49-F238E27FC236}">
                <a16:creationId xmlns:a16="http://schemas.microsoft.com/office/drawing/2014/main" id="{B1444F20-9D38-370D-83B5-4AA757D0AAD7}"/>
              </a:ext>
            </a:extLst>
          </p:cNvPr>
          <p:cNvSpPr/>
          <p:nvPr/>
        </p:nvSpPr>
        <p:spPr>
          <a:xfrm>
            <a:off x="429768" y="2569464"/>
            <a:ext cx="256032" cy="274320"/>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05</a:t>
            </a:r>
            <a:endParaRPr lang="en-US" sz="900" dirty="0"/>
          </a:p>
        </p:txBody>
      </p:sp>
      <p:pic>
        <p:nvPicPr>
          <p:cNvPr id="50" name="Image 4" descr="preencoded.png">
            <a:extLst>
              <a:ext uri="{FF2B5EF4-FFF2-40B4-BE49-F238E27FC236}">
                <a16:creationId xmlns:a16="http://schemas.microsoft.com/office/drawing/2014/main" id="{2136D3CA-48F1-977A-6182-2349DFD1F675}"/>
              </a:ext>
            </a:extLst>
          </p:cNvPr>
          <p:cNvPicPr>
            <a:picLocks noChangeAspect="1"/>
          </p:cNvPicPr>
          <p:nvPr/>
        </p:nvPicPr>
        <p:blipFill>
          <a:blip r:embed="rId7"/>
          <a:stretch>
            <a:fillRect/>
          </a:stretch>
        </p:blipFill>
        <p:spPr>
          <a:xfrm>
            <a:off x="685800" y="2596896"/>
            <a:ext cx="201168" cy="201168"/>
          </a:xfrm>
          <a:prstGeom prst="rect">
            <a:avLst/>
          </a:prstGeom>
        </p:spPr>
      </p:pic>
      <p:sp>
        <p:nvSpPr>
          <p:cNvPr id="51" name="Text 34">
            <a:extLst>
              <a:ext uri="{FF2B5EF4-FFF2-40B4-BE49-F238E27FC236}">
                <a16:creationId xmlns:a16="http://schemas.microsoft.com/office/drawing/2014/main" id="{31EB23F9-DE2B-9628-2A4F-0B0A1EAADC13}"/>
              </a:ext>
            </a:extLst>
          </p:cNvPr>
          <p:cNvSpPr/>
          <p:nvPr/>
        </p:nvSpPr>
        <p:spPr>
          <a:xfrm>
            <a:off x="960120" y="2542032"/>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Internal Network</a:t>
            </a:r>
            <a:endParaRPr lang="en-US" sz="1100" dirty="0"/>
          </a:p>
        </p:txBody>
      </p:sp>
      <p:sp>
        <p:nvSpPr>
          <p:cNvPr id="52" name="Text 35">
            <a:extLst>
              <a:ext uri="{FF2B5EF4-FFF2-40B4-BE49-F238E27FC236}">
                <a16:creationId xmlns:a16="http://schemas.microsoft.com/office/drawing/2014/main" id="{72E44D32-1A07-56C1-3C95-997F5238EFCF}"/>
              </a:ext>
            </a:extLst>
          </p:cNvPr>
          <p:cNvSpPr/>
          <p:nvPr/>
        </p:nvSpPr>
        <p:spPr>
          <a:xfrm>
            <a:off x="960120" y="2724912"/>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Switches, routers, segmentation, VLAN</a:t>
            </a:r>
            <a:endParaRPr lang="en-US" sz="750" dirty="0"/>
          </a:p>
        </p:txBody>
      </p:sp>
      <p:sp>
        <p:nvSpPr>
          <p:cNvPr id="53" name="Shape 36">
            <a:extLst>
              <a:ext uri="{FF2B5EF4-FFF2-40B4-BE49-F238E27FC236}">
                <a16:creationId xmlns:a16="http://schemas.microsoft.com/office/drawing/2014/main" id="{EEF70903-6853-9843-E8D7-D24D63B93B52}"/>
              </a:ext>
            </a:extLst>
          </p:cNvPr>
          <p:cNvSpPr/>
          <p:nvPr/>
        </p:nvSpPr>
        <p:spPr>
          <a:xfrm>
            <a:off x="4663440" y="2596896"/>
            <a:ext cx="566928" cy="219456"/>
          </a:xfrm>
          <a:prstGeom prst="rect">
            <a:avLst/>
          </a:prstGeom>
          <a:solidFill>
            <a:srgbClr val="1E293B"/>
          </a:solidFill>
          <a:ln/>
        </p:spPr>
        <p:txBody>
          <a:bodyPr/>
          <a:lstStyle/>
          <a:p>
            <a:endParaRPr lang="en-US"/>
          </a:p>
        </p:txBody>
      </p:sp>
      <p:sp>
        <p:nvSpPr>
          <p:cNvPr id="54" name="Text 37">
            <a:extLst>
              <a:ext uri="{FF2B5EF4-FFF2-40B4-BE49-F238E27FC236}">
                <a16:creationId xmlns:a16="http://schemas.microsoft.com/office/drawing/2014/main" id="{02CCD884-C141-2989-AF22-B88BC8ADAC15}"/>
              </a:ext>
            </a:extLst>
          </p:cNvPr>
          <p:cNvSpPr/>
          <p:nvPr/>
        </p:nvSpPr>
        <p:spPr>
          <a:xfrm>
            <a:off x="4663440" y="2596896"/>
            <a:ext cx="566928" cy="219456"/>
          </a:xfrm>
          <a:prstGeom prst="rect">
            <a:avLst/>
          </a:prstGeom>
          <a:noFill/>
          <a:ln/>
        </p:spPr>
        <p:txBody>
          <a:bodyPr wrap="square" lIns="0" tIns="0" rIns="0" bIns="0" rtlCol="0" anchor="ctr"/>
          <a:lstStyle/>
          <a:p>
            <a:pPr marL="0" indent="0" algn="ctr">
              <a:buNone/>
            </a:pPr>
            <a:r>
              <a:rPr lang="en-US" sz="800" b="1" dirty="0">
                <a:solidFill>
                  <a:srgbClr val="A855F7"/>
                </a:solidFill>
                <a:latin typeface="Calibri" pitchFamily="34" charset="0"/>
                <a:ea typeface="Calibri" pitchFamily="34" charset="-122"/>
                <a:cs typeface="Calibri" pitchFamily="34" charset="-120"/>
              </a:rPr>
              <a:t>6 roles</a:t>
            </a:r>
            <a:endParaRPr lang="en-US" sz="800" dirty="0"/>
          </a:p>
        </p:txBody>
      </p:sp>
      <p:sp>
        <p:nvSpPr>
          <p:cNvPr id="55" name="Shape 38">
            <a:extLst>
              <a:ext uri="{FF2B5EF4-FFF2-40B4-BE49-F238E27FC236}">
                <a16:creationId xmlns:a16="http://schemas.microsoft.com/office/drawing/2014/main" id="{5305459C-D60F-F88F-B110-D79C7AD7A975}"/>
              </a:ext>
            </a:extLst>
          </p:cNvPr>
          <p:cNvSpPr/>
          <p:nvPr/>
        </p:nvSpPr>
        <p:spPr>
          <a:xfrm>
            <a:off x="320040" y="2944368"/>
            <a:ext cx="5029200" cy="384048"/>
          </a:xfrm>
          <a:prstGeom prst="rect">
            <a:avLst/>
          </a:prstGeom>
          <a:solidFill>
            <a:srgbClr val="162337"/>
          </a:solidFill>
          <a:ln/>
        </p:spPr>
        <p:txBody>
          <a:bodyPr/>
          <a:lstStyle/>
          <a:p>
            <a:endParaRPr lang="en-US"/>
          </a:p>
        </p:txBody>
      </p:sp>
      <p:sp>
        <p:nvSpPr>
          <p:cNvPr id="56" name="Shape 39">
            <a:extLst>
              <a:ext uri="{FF2B5EF4-FFF2-40B4-BE49-F238E27FC236}">
                <a16:creationId xmlns:a16="http://schemas.microsoft.com/office/drawing/2014/main" id="{6BD854F7-CDF1-9A60-8C66-C2623C946F64}"/>
              </a:ext>
            </a:extLst>
          </p:cNvPr>
          <p:cNvSpPr/>
          <p:nvPr/>
        </p:nvSpPr>
        <p:spPr>
          <a:xfrm>
            <a:off x="320040" y="2944368"/>
            <a:ext cx="36576" cy="384048"/>
          </a:xfrm>
          <a:prstGeom prst="rect">
            <a:avLst/>
          </a:prstGeom>
          <a:solidFill>
            <a:srgbClr val="06B6D4"/>
          </a:solidFill>
          <a:ln/>
        </p:spPr>
        <p:txBody>
          <a:bodyPr/>
          <a:lstStyle/>
          <a:p>
            <a:endParaRPr lang="en-US"/>
          </a:p>
        </p:txBody>
      </p:sp>
      <p:sp>
        <p:nvSpPr>
          <p:cNvPr id="57" name="Text 40">
            <a:extLst>
              <a:ext uri="{FF2B5EF4-FFF2-40B4-BE49-F238E27FC236}">
                <a16:creationId xmlns:a16="http://schemas.microsoft.com/office/drawing/2014/main" id="{FCF454A3-6603-A0D3-2545-115694901BAD}"/>
              </a:ext>
            </a:extLst>
          </p:cNvPr>
          <p:cNvSpPr/>
          <p:nvPr/>
        </p:nvSpPr>
        <p:spPr>
          <a:xfrm>
            <a:off x="429768" y="2990088"/>
            <a:ext cx="256032" cy="274320"/>
          </a:xfrm>
          <a:prstGeom prst="rect">
            <a:avLst/>
          </a:prstGeom>
          <a:noFill/>
          <a:ln/>
        </p:spPr>
        <p:txBody>
          <a:bodyPr wrap="square" lIns="0" tIns="0" rIns="0" bIns="0" rtlCol="0" anchor="ctr"/>
          <a:lstStyle/>
          <a:p>
            <a:pPr marL="0" indent="0">
              <a:buNone/>
            </a:pPr>
            <a:r>
              <a:rPr lang="en-US" sz="900" b="1" dirty="0">
                <a:solidFill>
                  <a:srgbClr val="06B6D4"/>
                </a:solidFill>
                <a:latin typeface="Calibri" pitchFamily="34" charset="0"/>
                <a:ea typeface="Calibri" pitchFamily="34" charset="-122"/>
                <a:cs typeface="Calibri" pitchFamily="34" charset="-120"/>
              </a:rPr>
              <a:t>06</a:t>
            </a:r>
            <a:endParaRPr lang="en-US" sz="900" dirty="0"/>
          </a:p>
        </p:txBody>
      </p:sp>
      <p:pic>
        <p:nvPicPr>
          <p:cNvPr id="58" name="Image 5" descr="preencoded.png">
            <a:extLst>
              <a:ext uri="{FF2B5EF4-FFF2-40B4-BE49-F238E27FC236}">
                <a16:creationId xmlns:a16="http://schemas.microsoft.com/office/drawing/2014/main" id="{9492493B-74C2-EFE0-66AD-C3DE3BDDCCCA}"/>
              </a:ext>
            </a:extLst>
          </p:cNvPr>
          <p:cNvPicPr>
            <a:picLocks noChangeAspect="1"/>
          </p:cNvPicPr>
          <p:nvPr/>
        </p:nvPicPr>
        <p:blipFill>
          <a:blip r:embed="rId8"/>
          <a:stretch>
            <a:fillRect/>
          </a:stretch>
        </p:blipFill>
        <p:spPr>
          <a:xfrm>
            <a:off x="685800" y="3017520"/>
            <a:ext cx="201168" cy="201168"/>
          </a:xfrm>
          <a:prstGeom prst="rect">
            <a:avLst/>
          </a:prstGeom>
        </p:spPr>
      </p:pic>
      <p:sp>
        <p:nvSpPr>
          <p:cNvPr id="59" name="Text 41">
            <a:extLst>
              <a:ext uri="{FF2B5EF4-FFF2-40B4-BE49-F238E27FC236}">
                <a16:creationId xmlns:a16="http://schemas.microsoft.com/office/drawing/2014/main" id="{3E6272BF-8B03-10B1-FA22-8B05F3B15D10}"/>
              </a:ext>
            </a:extLst>
          </p:cNvPr>
          <p:cNvSpPr/>
          <p:nvPr/>
        </p:nvSpPr>
        <p:spPr>
          <a:xfrm>
            <a:off x="960120" y="2962656"/>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Cloud Infrastructure</a:t>
            </a:r>
            <a:endParaRPr lang="en-US" sz="1100" dirty="0"/>
          </a:p>
        </p:txBody>
      </p:sp>
      <p:sp>
        <p:nvSpPr>
          <p:cNvPr id="60" name="Text 42">
            <a:extLst>
              <a:ext uri="{FF2B5EF4-FFF2-40B4-BE49-F238E27FC236}">
                <a16:creationId xmlns:a16="http://schemas.microsoft.com/office/drawing/2014/main" id="{55971C0B-99AB-BEC6-40BD-02EC2C6382B6}"/>
              </a:ext>
            </a:extLst>
          </p:cNvPr>
          <p:cNvSpPr/>
          <p:nvPr/>
        </p:nvSpPr>
        <p:spPr>
          <a:xfrm>
            <a:off x="960120" y="3145536"/>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AWS/Azure/GCP, IAM, security groups</a:t>
            </a:r>
            <a:endParaRPr lang="en-US" sz="750" dirty="0"/>
          </a:p>
        </p:txBody>
      </p:sp>
      <p:sp>
        <p:nvSpPr>
          <p:cNvPr id="61" name="Shape 43">
            <a:extLst>
              <a:ext uri="{FF2B5EF4-FFF2-40B4-BE49-F238E27FC236}">
                <a16:creationId xmlns:a16="http://schemas.microsoft.com/office/drawing/2014/main" id="{62C2EB7D-BBA2-CCA1-5AB0-93177E4CBC4A}"/>
              </a:ext>
            </a:extLst>
          </p:cNvPr>
          <p:cNvSpPr/>
          <p:nvPr/>
        </p:nvSpPr>
        <p:spPr>
          <a:xfrm>
            <a:off x="4663440" y="3017520"/>
            <a:ext cx="566928" cy="219456"/>
          </a:xfrm>
          <a:prstGeom prst="rect">
            <a:avLst/>
          </a:prstGeom>
          <a:solidFill>
            <a:srgbClr val="1E293B"/>
          </a:solidFill>
          <a:ln/>
        </p:spPr>
        <p:txBody>
          <a:bodyPr/>
          <a:lstStyle/>
          <a:p>
            <a:endParaRPr lang="en-US"/>
          </a:p>
        </p:txBody>
      </p:sp>
      <p:sp>
        <p:nvSpPr>
          <p:cNvPr id="62" name="Text 44">
            <a:extLst>
              <a:ext uri="{FF2B5EF4-FFF2-40B4-BE49-F238E27FC236}">
                <a16:creationId xmlns:a16="http://schemas.microsoft.com/office/drawing/2014/main" id="{B3801A8F-D479-D583-3AC0-90721E0A3991}"/>
              </a:ext>
            </a:extLst>
          </p:cNvPr>
          <p:cNvSpPr/>
          <p:nvPr/>
        </p:nvSpPr>
        <p:spPr>
          <a:xfrm>
            <a:off x="4663440" y="3017520"/>
            <a:ext cx="566928" cy="219456"/>
          </a:xfrm>
          <a:prstGeom prst="rect">
            <a:avLst/>
          </a:prstGeom>
          <a:noFill/>
          <a:ln/>
        </p:spPr>
        <p:txBody>
          <a:bodyPr wrap="square" lIns="0" tIns="0" rIns="0" bIns="0" rtlCol="0" anchor="ctr"/>
          <a:lstStyle/>
          <a:p>
            <a:pPr marL="0" indent="0" algn="ctr">
              <a:buNone/>
            </a:pPr>
            <a:r>
              <a:rPr lang="en-US" sz="800" b="1" dirty="0">
                <a:solidFill>
                  <a:srgbClr val="06B6D4"/>
                </a:solidFill>
                <a:latin typeface="Calibri" pitchFamily="34" charset="0"/>
                <a:ea typeface="Calibri" pitchFamily="34" charset="-122"/>
                <a:cs typeface="Calibri" pitchFamily="34" charset="-120"/>
              </a:rPr>
              <a:t>5 roles</a:t>
            </a:r>
            <a:endParaRPr lang="en-US" sz="800" dirty="0"/>
          </a:p>
        </p:txBody>
      </p:sp>
      <p:sp>
        <p:nvSpPr>
          <p:cNvPr id="63" name="Shape 45">
            <a:extLst>
              <a:ext uri="{FF2B5EF4-FFF2-40B4-BE49-F238E27FC236}">
                <a16:creationId xmlns:a16="http://schemas.microsoft.com/office/drawing/2014/main" id="{92488483-5F77-6C10-849E-0064D8C98715}"/>
              </a:ext>
            </a:extLst>
          </p:cNvPr>
          <p:cNvSpPr/>
          <p:nvPr/>
        </p:nvSpPr>
        <p:spPr>
          <a:xfrm>
            <a:off x="320040" y="3364992"/>
            <a:ext cx="5029200" cy="384048"/>
          </a:xfrm>
          <a:prstGeom prst="rect">
            <a:avLst/>
          </a:prstGeom>
          <a:solidFill>
            <a:srgbClr val="162337"/>
          </a:solidFill>
          <a:ln/>
        </p:spPr>
        <p:txBody>
          <a:bodyPr/>
          <a:lstStyle/>
          <a:p>
            <a:endParaRPr lang="en-US"/>
          </a:p>
        </p:txBody>
      </p:sp>
      <p:sp>
        <p:nvSpPr>
          <p:cNvPr id="64" name="Shape 46">
            <a:extLst>
              <a:ext uri="{FF2B5EF4-FFF2-40B4-BE49-F238E27FC236}">
                <a16:creationId xmlns:a16="http://schemas.microsoft.com/office/drawing/2014/main" id="{B9E7049B-EA47-2A95-5B41-DD8BFA4E80F3}"/>
              </a:ext>
            </a:extLst>
          </p:cNvPr>
          <p:cNvSpPr/>
          <p:nvPr/>
        </p:nvSpPr>
        <p:spPr>
          <a:xfrm>
            <a:off x="320040" y="3364992"/>
            <a:ext cx="36576" cy="384048"/>
          </a:xfrm>
          <a:prstGeom prst="rect">
            <a:avLst/>
          </a:prstGeom>
          <a:solidFill>
            <a:srgbClr val="10B981"/>
          </a:solidFill>
          <a:ln/>
        </p:spPr>
        <p:txBody>
          <a:bodyPr/>
          <a:lstStyle/>
          <a:p>
            <a:endParaRPr lang="en-US"/>
          </a:p>
        </p:txBody>
      </p:sp>
      <p:sp>
        <p:nvSpPr>
          <p:cNvPr id="65" name="Text 47">
            <a:extLst>
              <a:ext uri="{FF2B5EF4-FFF2-40B4-BE49-F238E27FC236}">
                <a16:creationId xmlns:a16="http://schemas.microsoft.com/office/drawing/2014/main" id="{398FAF61-19EB-34C3-6A4E-0B777C5B5EC9}"/>
              </a:ext>
            </a:extLst>
          </p:cNvPr>
          <p:cNvSpPr/>
          <p:nvPr/>
        </p:nvSpPr>
        <p:spPr>
          <a:xfrm>
            <a:off x="429768" y="3410712"/>
            <a:ext cx="256032" cy="274320"/>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07</a:t>
            </a:r>
            <a:endParaRPr lang="en-US" sz="900" dirty="0"/>
          </a:p>
        </p:txBody>
      </p:sp>
      <p:pic>
        <p:nvPicPr>
          <p:cNvPr id="66" name="Image 6" descr="preencoded.png">
            <a:extLst>
              <a:ext uri="{FF2B5EF4-FFF2-40B4-BE49-F238E27FC236}">
                <a16:creationId xmlns:a16="http://schemas.microsoft.com/office/drawing/2014/main" id="{78EEC099-8EF4-F69E-E9E9-6EB939410042}"/>
              </a:ext>
            </a:extLst>
          </p:cNvPr>
          <p:cNvPicPr>
            <a:picLocks noChangeAspect="1"/>
          </p:cNvPicPr>
          <p:nvPr/>
        </p:nvPicPr>
        <p:blipFill>
          <a:blip r:embed="rId9"/>
          <a:stretch>
            <a:fillRect/>
          </a:stretch>
        </p:blipFill>
        <p:spPr>
          <a:xfrm>
            <a:off x="685800" y="3438144"/>
            <a:ext cx="201168" cy="201168"/>
          </a:xfrm>
          <a:prstGeom prst="rect">
            <a:avLst/>
          </a:prstGeom>
        </p:spPr>
      </p:pic>
      <p:sp>
        <p:nvSpPr>
          <p:cNvPr id="67" name="Text 48">
            <a:extLst>
              <a:ext uri="{FF2B5EF4-FFF2-40B4-BE49-F238E27FC236}">
                <a16:creationId xmlns:a16="http://schemas.microsoft.com/office/drawing/2014/main" id="{9769AB99-58DA-79FB-B450-99079D4AA772}"/>
              </a:ext>
            </a:extLst>
          </p:cNvPr>
          <p:cNvSpPr/>
          <p:nvPr/>
        </p:nvSpPr>
        <p:spPr>
          <a:xfrm>
            <a:off x="960120" y="3383280"/>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Employees</a:t>
            </a:r>
            <a:endParaRPr lang="en-US" sz="1100" dirty="0"/>
          </a:p>
        </p:txBody>
      </p:sp>
      <p:sp>
        <p:nvSpPr>
          <p:cNvPr id="68" name="Text 49">
            <a:extLst>
              <a:ext uri="{FF2B5EF4-FFF2-40B4-BE49-F238E27FC236}">
                <a16:creationId xmlns:a16="http://schemas.microsoft.com/office/drawing/2014/main" id="{663EDDCA-F33F-FD3A-6EA1-5E96D67BEDEC}"/>
              </a:ext>
            </a:extLst>
          </p:cNvPr>
          <p:cNvSpPr/>
          <p:nvPr/>
        </p:nvSpPr>
        <p:spPr>
          <a:xfrm>
            <a:off x="960120" y="3566160"/>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Endpoints, Active Directory, awareness</a:t>
            </a:r>
            <a:endParaRPr lang="en-US" sz="750" dirty="0"/>
          </a:p>
        </p:txBody>
      </p:sp>
      <p:sp>
        <p:nvSpPr>
          <p:cNvPr id="69" name="Shape 50">
            <a:extLst>
              <a:ext uri="{FF2B5EF4-FFF2-40B4-BE49-F238E27FC236}">
                <a16:creationId xmlns:a16="http://schemas.microsoft.com/office/drawing/2014/main" id="{85D57A4C-D0BA-7476-FA15-84868471E834}"/>
              </a:ext>
            </a:extLst>
          </p:cNvPr>
          <p:cNvSpPr/>
          <p:nvPr/>
        </p:nvSpPr>
        <p:spPr>
          <a:xfrm>
            <a:off x="4663440" y="3438144"/>
            <a:ext cx="566928" cy="219456"/>
          </a:xfrm>
          <a:prstGeom prst="rect">
            <a:avLst/>
          </a:prstGeom>
          <a:solidFill>
            <a:srgbClr val="1E293B"/>
          </a:solidFill>
          <a:ln/>
        </p:spPr>
        <p:txBody>
          <a:bodyPr/>
          <a:lstStyle/>
          <a:p>
            <a:endParaRPr lang="en-US"/>
          </a:p>
        </p:txBody>
      </p:sp>
      <p:sp>
        <p:nvSpPr>
          <p:cNvPr id="70" name="Text 51">
            <a:extLst>
              <a:ext uri="{FF2B5EF4-FFF2-40B4-BE49-F238E27FC236}">
                <a16:creationId xmlns:a16="http://schemas.microsoft.com/office/drawing/2014/main" id="{EE9D1B8A-2E0F-6D20-C61A-6E94939459B9}"/>
              </a:ext>
            </a:extLst>
          </p:cNvPr>
          <p:cNvSpPr/>
          <p:nvPr/>
        </p:nvSpPr>
        <p:spPr>
          <a:xfrm>
            <a:off x="4663440" y="3438144"/>
            <a:ext cx="566928" cy="219456"/>
          </a:xfrm>
          <a:prstGeom prst="rect">
            <a:avLst/>
          </a:prstGeom>
          <a:noFill/>
          <a:ln/>
        </p:spPr>
        <p:txBody>
          <a:bodyPr wrap="square" lIns="0" tIns="0" rIns="0" bIns="0" rtlCol="0" anchor="ctr"/>
          <a:lstStyle/>
          <a:p>
            <a:pPr marL="0" indent="0" algn="ctr">
              <a:buNone/>
            </a:pPr>
            <a:r>
              <a:rPr lang="en-US" sz="800" b="1" dirty="0">
                <a:solidFill>
                  <a:srgbClr val="10B981"/>
                </a:solidFill>
                <a:latin typeface="Calibri" pitchFamily="34" charset="0"/>
                <a:ea typeface="Calibri" pitchFamily="34" charset="-122"/>
                <a:cs typeface="Calibri" pitchFamily="34" charset="-120"/>
              </a:rPr>
              <a:t>5 roles</a:t>
            </a:r>
            <a:endParaRPr lang="en-US" sz="800" dirty="0"/>
          </a:p>
        </p:txBody>
      </p:sp>
      <p:sp>
        <p:nvSpPr>
          <p:cNvPr id="71" name="Shape 52">
            <a:extLst>
              <a:ext uri="{FF2B5EF4-FFF2-40B4-BE49-F238E27FC236}">
                <a16:creationId xmlns:a16="http://schemas.microsoft.com/office/drawing/2014/main" id="{CBD973F0-A47F-78CC-97BF-818FC78A4D41}"/>
              </a:ext>
            </a:extLst>
          </p:cNvPr>
          <p:cNvSpPr/>
          <p:nvPr/>
        </p:nvSpPr>
        <p:spPr>
          <a:xfrm>
            <a:off x="320040" y="3785616"/>
            <a:ext cx="5029200" cy="384048"/>
          </a:xfrm>
          <a:prstGeom prst="rect">
            <a:avLst/>
          </a:prstGeom>
          <a:solidFill>
            <a:srgbClr val="162337"/>
          </a:solidFill>
          <a:ln/>
        </p:spPr>
        <p:txBody>
          <a:bodyPr/>
          <a:lstStyle/>
          <a:p>
            <a:endParaRPr lang="en-US"/>
          </a:p>
        </p:txBody>
      </p:sp>
      <p:sp>
        <p:nvSpPr>
          <p:cNvPr id="72" name="Shape 53">
            <a:extLst>
              <a:ext uri="{FF2B5EF4-FFF2-40B4-BE49-F238E27FC236}">
                <a16:creationId xmlns:a16="http://schemas.microsoft.com/office/drawing/2014/main" id="{CC6797FA-E3E7-90E8-7EFC-A51551E6DD53}"/>
              </a:ext>
            </a:extLst>
          </p:cNvPr>
          <p:cNvSpPr/>
          <p:nvPr/>
        </p:nvSpPr>
        <p:spPr>
          <a:xfrm>
            <a:off x="320040" y="3785616"/>
            <a:ext cx="36576" cy="384048"/>
          </a:xfrm>
          <a:prstGeom prst="rect">
            <a:avLst/>
          </a:prstGeom>
          <a:solidFill>
            <a:srgbClr val="F97316"/>
          </a:solidFill>
          <a:ln/>
        </p:spPr>
        <p:txBody>
          <a:bodyPr/>
          <a:lstStyle/>
          <a:p>
            <a:endParaRPr lang="en-US"/>
          </a:p>
        </p:txBody>
      </p:sp>
      <p:sp>
        <p:nvSpPr>
          <p:cNvPr id="73" name="Text 54">
            <a:extLst>
              <a:ext uri="{FF2B5EF4-FFF2-40B4-BE49-F238E27FC236}">
                <a16:creationId xmlns:a16="http://schemas.microsoft.com/office/drawing/2014/main" id="{6AB5B9E7-38D4-031D-2FCD-E142277D0C78}"/>
              </a:ext>
            </a:extLst>
          </p:cNvPr>
          <p:cNvSpPr/>
          <p:nvPr/>
        </p:nvSpPr>
        <p:spPr>
          <a:xfrm>
            <a:off x="429768" y="3831336"/>
            <a:ext cx="256032" cy="274320"/>
          </a:xfrm>
          <a:prstGeom prst="rect">
            <a:avLst/>
          </a:prstGeom>
          <a:noFill/>
          <a:ln/>
        </p:spPr>
        <p:txBody>
          <a:bodyPr wrap="square" lIns="0" tIns="0" rIns="0" bIns="0" rtlCol="0" anchor="ctr"/>
          <a:lstStyle/>
          <a:p>
            <a:pPr marL="0" indent="0">
              <a:buNone/>
            </a:pPr>
            <a:r>
              <a:rPr lang="en-US" sz="900" b="1" dirty="0">
                <a:solidFill>
                  <a:srgbClr val="F97316"/>
                </a:solidFill>
                <a:latin typeface="Calibri" pitchFamily="34" charset="0"/>
                <a:ea typeface="Calibri" pitchFamily="34" charset="-122"/>
                <a:cs typeface="Calibri" pitchFamily="34" charset="-120"/>
              </a:rPr>
              <a:t>08</a:t>
            </a:r>
            <a:endParaRPr lang="en-US" sz="900" dirty="0"/>
          </a:p>
        </p:txBody>
      </p:sp>
      <p:pic>
        <p:nvPicPr>
          <p:cNvPr id="74" name="Image 7" descr="preencoded.png">
            <a:extLst>
              <a:ext uri="{FF2B5EF4-FFF2-40B4-BE49-F238E27FC236}">
                <a16:creationId xmlns:a16="http://schemas.microsoft.com/office/drawing/2014/main" id="{CD7716F0-5D95-B0E5-4367-797B1C16C6CB}"/>
              </a:ext>
            </a:extLst>
          </p:cNvPr>
          <p:cNvPicPr>
            <a:picLocks noChangeAspect="1"/>
          </p:cNvPicPr>
          <p:nvPr/>
        </p:nvPicPr>
        <p:blipFill>
          <a:blip r:embed="rId10"/>
          <a:stretch>
            <a:fillRect/>
          </a:stretch>
        </p:blipFill>
        <p:spPr>
          <a:xfrm>
            <a:off x="685800" y="3858768"/>
            <a:ext cx="201168" cy="201168"/>
          </a:xfrm>
          <a:prstGeom prst="rect">
            <a:avLst/>
          </a:prstGeom>
        </p:spPr>
      </p:pic>
      <p:sp>
        <p:nvSpPr>
          <p:cNvPr id="75" name="Text 55">
            <a:extLst>
              <a:ext uri="{FF2B5EF4-FFF2-40B4-BE49-F238E27FC236}">
                <a16:creationId xmlns:a16="http://schemas.microsoft.com/office/drawing/2014/main" id="{B73B1972-1384-E4EF-4593-396D4CA5C191}"/>
              </a:ext>
            </a:extLst>
          </p:cNvPr>
          <p:cNvSpPr/>
          <p:nvPr/>
        </p:nvSpPr>
        <p:spPr>
          <a:xfrm>
            <a:off x="960120" y="3803904"/>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GRC</a:t>
            </a:r>
            <a:endParaRPr lang="en-US" sz="1100" dirty="0"/>
          </a:p>
        </p:txBody>
      </p:sp>
      <p:sp>
        <p:nvSpPr>
          <p:cNvPr id="76" name="Text 56">
            <a:extLst>
              <a:ext uri="{FF2B5EF4-FFF2-40B4-BE49-F238E27FC236}">
                <a16:creationId xmlns:a16="http://schemas.microsoft.com/office/drawing/2014/main" id="{C187029B-0F83-7C6D-C0B9-78A8030BAB3C}"/>
              </a:ext>
            </a:extLst>
          </p:cNvPr>
          <p:cNvSpPr/>
          <p:nvPr/>
        </p:nvSpPr>
        <p:spPr>
          <a:xfrm>
            <a:off x="960120" y="3986784"/>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Policy, compliance, risk, audit</a:t>
            </a:r>
            <a:endParaRPr lang="en-US" sz="750" dirty="0"/>
          </a:p>
        </p:txBody>
      </p:sp>
      <p:sp>
        <p:nvSpPr>
          <p:cNvPr id="77" name="Shape 57">
            <a:extLst>
              <a:ext uri="{FF2B5EF4-FFF2-40B4-BE49-F238E27FC236}">
                <a16:creationId xmlns:a16="http://schemas.microsoft.com/office/drawing/2014/main" id="{3CBF8908-BFCC-3F03-0830-907AB1A92977}"/>
              </a:ext>
            </a:extLst>
          </p:cNvPr>
          <p:cNvSpPr/>
          <p:nvPr/>
        </p:nvSpPr>
        <p:spPr>
          <a:xfrm>
            <a:off x="4663440" y="3858768"/>
            <a:ext cx="566928" cy="219456"/>
          </a:xfrm>
          <a:prstGeom prst="rect">
            <a:avLst/>
          </a:prstGeom>
          <a:solidFill>
            <a:srgbClr val="1E293B"/>
          </a:solidFill>
          <a:ln/>
        </p:spPr>
        <p:txBody>
          <a:bodyPr/>
          <a:lstStyle/>
          <a:p>
            <a:endParaRPr lang="en-US"/>
          </a:p>
        </p:txBody>
      </p:sp>
      <p:sp>
        <p:nvSpPr>
          <p:cNvPr id="78" name="Text 58">
            <a:extLst>
              <a:ext uri="{FF2B5EF4-FFF2-40B4-BE49-F238E27FC236}">
                <a16:creationId xmlns:a16="http://schemas.microsoft.com/office/drawing/2014/main" id="{C7E671C3-0D1A-43CA-29F8-FF4A04408355}"/>
              </a:ext>
            </a:extLst>
          </p:cNvPr>
          <p:cNvSpPr/>
          <p:nvPr/>
        </p:nvSpPr>
        <p:spPr>
          <a:xfrm>
            <a:off x="4663440" y="3858768"/>
            <a:ext cx="566928" cy="219456"/>
          </a:xfrm>
          <a:prstGeom prst="rect">
            <a:avLst/>
          </a:prstGeom>
          <a:noFill/>
          <a:ln/>
        </p:spPr>
        <p:txBody>
          <a:bodyPr wrap="square" lIns="0" tIns="0" rIns="0" bIns="0" rtlCol="0" anchor="ctr"/>
          <a:lstStyle/>
          <a:p>
            <a:pPr marL="0" indent="0" algn="ctr">
              <a:buNone/>
            </a:pPr>
            <a:r>
              <a:rPr lang="en-US" sz="800" b="1" dirty="0">
                <a:solidFill>
                  <a:srgbClr val="F97316"/>
                </a:solidFill>
                <a:latin typeface="Calibri" pitchFamily="34" charset="0"/>
                <a:ea typeface="Calibri" pitchFamily="34" charset="-122"/>
                <a:cs typeface="Calibri" pitchFamily="34" charset="-120"/>
              </a:rPr>
              <a:t>7 roles</a:t>
            </a:r>
            <a:endParaRPr lang="en-US" sz="800" dirty="0"/>
          </a:p>
        </p:txBody>
      </p:sp>
      <p:sp>
        <p:nvSpPr>
          <p:cNvPr id="79" name="Shape 59">
            <a:extLst>
              <a:ext uri="{FF2B5EF4-FFF2-40B4-BE49-F238E27FC236}">
                <a16:creationId xmlns:a16="http://schemas.microsoft.com/office/drawing/2014/main" id="{3C76AAA9-C94A-7356-E199-7008AA40CEDE}"/>
              </a:ext>
            </a:extLst>
          </p:cNvPr>
          <p:cNvSpPr/>
          <p:nvPr/>
        </p:nvSpPr>
        <p:spPr>
          <a:xfrm>
            <a:off x="320040" y="4206240"/>
            <a:ext cx="5029200" cy="384048"/>
          </a:xfrm>
          <a:prstGeom prst="rect">
            <a:avLst/>
          </a:prstGeom>
          <a:solidFill>
            <a:srgbClr val="162337"/>
          </a:solidFill>
          <a:ln/>
        </p:spPr>
        <p:txBody>
          <a:bodyPr/>
          <a:lstStyle/>
          <a:p>
            <a:endParaRPr lang="en-US"/>
          </a:p>
        </p:txBody>
      </p:sp>
      <p:sp>
        <p:nvSpPr>
          <p:cNvPr id="80" name="Shape 60">
            <a:extLst>
              <a:ext uri="{FF2B5EF4-FFF2-40B4-BE49-F238E27FC236}">
                <a16:creationId xmlns:a16="http://schemas.microsoft.com/office/drawing/2014/main" id="{FA4AA5E4-5F39-BFD6-446A-841FAA9EF967}"/>
              </a:ext>
            </a:extLst>
          </p:cNvPr>
          <p:cNvSpPr/>
          <p:nvPr/>
        </p:nvSpPr>
        <p:spPr>
          <a:xfrm>
            <a:off x="320040" y="4206240"/>
            <a:ext cx="36576" cy="384048"/>
          </a:xfrm>
          <a:prstGeom prst="rect">
            <a:avLst/>
          </a:prstGeom>
          <a:solidFill>
            <a:srgbClr val="EC4899"/>
          </a:solidFill>
          <a:ln/>
        </p:spPr>
        <p:txBody>
          <a:bodyPr/>
          <a:lstStyle/>
          <a:p>
            <a:endParaRPr lang="en-US"/>
          </a:p>
        </p:txBody>
      </p:sp>
      <p:sp>
        <p:nvSpPr>
          <p:cNvPr id="81" name="Text 61">
            <a:extLst>
              <a:ext uri="{FF2B5EF4-FFF2-40B4-BE49-F238E27FC236}">
                <a16:creationId xmlns:a16="http://schemas.microsoft.com/office/drawing/2014/main" id="{7B7B6D1A-9824-6112-86C3-A62DA29B0E2A}"/>
              </a:ext>
            </a:extLst>
          </p:cNvPr>
          <p:cNvSpPr/>
          <p:nvPr/>
        </p:nvSpPr>
        <p:spPr>
          <a:xfrm>
            <a:off x="429768" y="4251960"/>
            <a:ext cx="256032" cy="274320"/>
          </a:xfrm>
          <a:prstGeom prst="rect">
            <a:avLst/>
          </a:prstGeom>
          <a:noFill/>
          <a:ln/>
        </p:spPr>
        <p:txBody>
          <a:bodyPr wrap="square" lIns="0" tIns="0" rIns="0" bIns="0" rtlCol="0" anchor="ctr"/>
          <a:lstStyle/>
          <a:p>
            <a:pPr marL="0" indent="0">
              <a:buNone/>
            </a:pPr>
            <a:r>
              <a:rPr lang="en-US" sz="900" b="1" dirty="0">
                <a:solidFill>
                  <a:srgbClr val="EC4899"/>
                </a:solidFill>
                <a:latin typeface="Calibri" pitchFamily="34" charset="0"/>
                <a:ea typeface="Calibri" pitchFamily="34" charset="-122"/>
                <a:cs typeface="Calibri" pitchFamily="34" charset="-120"/>
              </a:rPr>
              <a:t>09</a:t>
            </a:r>
            <a:endParaRPr lang="en-US" sz="900" dirty="0"/>
          </a:p>
        </p:txBody>
      </p:sp>
      <p:pic>
        <p:nvPicPr>
          <p:cNvPr id="82" name="Image 8" descr="preencoded.png">
            <a:extLst>
              <a:ext uri="{FF2B5EF4-FFF2-40B4-BE49-F238E27FC236}">
                <a16:creationId xmlns:a16="http://schemas.microsoft.com/office/drawing/2014/main" id="{A78D5956-434C-3AC9-6B3B-AF2BAD299E4B}"/>
              </a:ext>
            </a:extLst>
          </p:cNvPr>
          <p:cNvPicPr>
            <a:picLocks noChangeAspect="1"/>
          </p:cNvPicPr>
          <p:nvPr/>
        </p:nvPicPr>
        <p:blipFill>
          <a:blip r:embed="rId11"/>
          <a:stretch>
            <a:fillRect/>
          </a:stretch>
        </p:blipFill>
        <p:spPr>
          <a:xfrm>
            <a:off x="685800" y="4279392"/>
            <a:ext cx="201168" cy="201168"/>
          </a:xfrm>
          <a:prstGeom prst="rect">
            <a:avLst/>
          </a:prstGeom>
        </p:spPr>
      </p:pic>
      <p:sp>
        <p:nvSpPr>
          <p:cNvPr id="83" name="Text 62">
            <a:extLst>
              <a:ext uri="{FF2B5EF4-FFF2-40B4-BE49-F238E27FC236}">
                <a16:creationId xmlns:a16="http://schemas.microsoft.com/office/drawing/2014/main" id="{BAD988EC-C1CC-E8A9-4094-D0ADD0C94545}"/>
              </a:ext>
            </a:extLst>
          </p:cNvPr>
          <p:cNvSpPr/>
          <p:nvPr/>
        </p:nvSpPr>
        <p:spPr>
          <a:xfrm>
            <a:off x="960120" y="4224528"/>
            <a:ext cx="1828800" cy="182880"/>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Incident Response</a:t>
            </a:r>
            <a:endParaRPr lang="en-US" sz="1100" dirty="0"/>
          </a:p>
        </p:txBody>
      </p:sp>
      <p:sp>
        <p:nvSpPr>
          <p:cNvPr id="84" name="Text 63">
            <a:extLst>
              <a:ext uri="{FF2B5EF4-FFF2-40B4-BE49-F238E27FC236}">
                <a16:creationId xmlns:a16="http://schemas.microsoft.com/office/drawing/2014/main" id="{CFA54B7B-6952-9E3B-3FEB-15FDA2F31B72}"/>
              </a:ext>
            </a:extLst>
          </p:cNvPr>
          <p:cNvSpPr/>
          <p:nvPr/>
        </p:nvSpPr>
        <p:spPr>
          <a:xfrm>
            <a:off x="960120" y="4407408"/>
            <a:ext cx="2011680" cy="146304"/>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SIEM, SOAR, forensics, recovery</a:t>
            </a:r>
            <a:endParaRPr lang="en-US" sz="750" dirty="0"/>
          </a:p>
        </p:txBody>
      </p:sp>
      <p:sp>
        <p:nvSpPr>
          <p:cNvPr id="85" name="Shape 64">
            <a:extLst>
              <a:ext uri="{FF2B5EF4-FFF2-40B4-BE49-F238E27FC236}">
                <a16:creationId xmlns:a16="http://schemas.microsoft.com/office/drawing/2014/main" id="{CFAA219B-E3C9-12FD-DF21-0E1E16440180}"/>
              </a:ext>
            </a:extLst>
          </p:cNvPr>
          <p:cNvSpPr/>
          <p:nvPr/>
        </p:nvSpPr>
        <p:spPr>
          <a:xfrm>
            <a:off x="4663440" y="4279392"/>
            <a:ext cx="566928" cy="219456"/>
          </a:xfrm>
          <a:prstGeom prst="rect">
            <a:avLst/>
          </a:prstGeom>
          <a:solidFill>
            <a:srgbClr val="1E293B"/>
          </a:solidFill>
          <a:ln/>
        </p:spPr>
        <p:txBody>
          <a:bodyPr/>
          <a:lstStyle/>
          <a:p>
            <a:endParaRPr lang="en-US"/>
          </a:p>
        </p:txBody>
      </p:sp>
      <p:sp>
        <p:nvSpPr>
          <p:cNvPr id="86" name="Text 65">
            <a:extLst>
              <a:ext uri="{FF2B5EF4-FFF2-40B4-BE49-F238E27FC236}">
                <a16:creationId xmlns:a16="http://schemas.microsoft.com/office/drawing/2014/main" id="{E336156C-2192-5E70-FA88-5E4335CFC820}"/>
              </a:ext>
            </a:extLst>
          </p:cNvPr>
          <p:cNvSpPr/>
          <p:nvPr/>
        </p:nvSpPr>
        <p:spPr>
          <a:xfrm>
            <a:off x="4663440" y="4279392"/>
            <a:ext cx="566928" cy="219456"/>
          </a:xfrm>
          <a:prstGeom prst="rect">
            <a:avLst/>
          </a:prstGeom>
          <a:noFill/>
          <a:ln/>
        </p:spPr>
        <p:txBody>
          <a:bodyPr wrap="square" lIns="0" tIns="0" rIns="0" bIns="0" rtlCol="0" anchor="ctr"/>
          <a:lstStyle/>
          <a:p>
            <a:pPr marL="0" indent="0" algn="ctr">
              <a:buNone/>
            </a:pPr>
            <a:r>
              <a:rPr lang="en-US" sz="800" b="1" dirty="0">
                <a:solidFill>
                  <a:srgbClr val="EC4899"/>
                </a:solidFill>
                <a:latin typeface="Calibri" pitchFamily="34" charset="0"/>
                <a:ea typeface="Calibri" pitchFamily="34" charset="-122"/>
                <a:cs typeface="Calibri" pitchFamily="34" charset="-120"/>
              </a:rPr>
              <a:t>4 roles</a:t>
            </a:r>
            <a:endParaRPr lang="en-US" sz="800" dirty="0"/>
          </a:p>
        </p:txBody>
      </p:sp>
      <p:sp>
        <p:nvSpPr>
          <p:cNvPr id="87" name="Shape 66">
            <a:extLst>
              <a:ext uri="{FF2B5EF4-FFF2-40B4-BE49-F238E27FC236}">
                <a16:creationId xmlns:a16="http://schemas.microsoft.com/office/drawing/2014/main" id="{E49850FB-0355-A7D1-FCDE-1086F91BAC64}"/>
              </a:ext>
            </a:extLst>
          </p:cNvPr>
          <p:cNvSpPr/>
          <p:nvPr/>
        </p:nvSpPr>
        <p:spPr>
          <a:xfrm>
            <a:off x="5669280" y="841248"/>
            <a:ext cx="3200400" cy="2011680"/>
          </a:xfrm>
          <a:prstGeom prst="rect">
            <a:avLst/>
          </a:prstGeom>
          <a:solidFill>
            <a:srgbClr val="1E293B"/>
          </a:solidFill>
          <a:ln/>
        </p:spPr>
        <p:txBody>
          <a:bodyPr/>
          <a:lstStyle/>
          <a:p>
            <a:endParaRPr lang="en-US"/>
          </a:p>
        </p:txBody>
      </p:sp>
      <p:sp>
        <p:nvSpPr>
          <p:cNvPr id="88" name="Shape 67">
            <a:extLst>
              <a:ext uri="{FF2B5EF4-FFF2-40B4-BE49-F238E27FC236}">
                <a16:creationId xmlns:a16="http://schemas.microsoft.com/office/drawing/2014/main" id="{90A632D5-9882-8DE0-62D6-90E88561C53A}"/>
              </a:ext>
            </a:extLst>
          </p:cNvPr>
          <p:cNvSpPr/>
          <p:nvPr/>
        </p:nvSpPr>
        <p:spPr>
          <a:xfrm>
            <a:off x="5669280" y="841248"/>
            <a:ext cx="3200400" cy="36576"/>
          </a:xfrm>
          <a:prstGeom prst="rect">
            <a:avLst/>
          </a:prstGeom>
          <a:solidFill>
            <a:srgbClr val="06B6D4"/>
          </a:solidFill>
          <a:ln/>
        </p:spPr>
        <p:txBody>
          <a:bodyPr/>
          <a:lstStyle/>
          <a:p>
            <a:endParaRPr lang="en-US"/>
          </a:p>
        </p:txBody>
      </p:sp>
      <p:sp>
        <p:nvSpPr>
          <p:cNvPr id="89" name="Text 68">
            <a:extLst>
              <a:ext uri="{FF2B5EF4-FFF2-40B4-BE49-F238E27FC236}">
                <a16:creationId xmlns:a16="http://schemas.microsoft.com/office/drawing/2014/main" id="{31BA0548-7C41-08DD-4771-4E8156E1DD46}"/>
              </a:ext>
            </a:extLst>
          </p:cNvPr>
          <p:cNvSpPr/>
          <p:nvPr/>
        </p:nvSpPr>
        <p:spPr>
          <a:xfrm>
            <a:off x="5852160" y="960120"/>
            <a:ext cx="2834640" cy="182880"/>
          </a:xfrm>
          <a:prstGeom prst="rect">
            <a:avLst/>
          </a:prstGeom>
          <a:noFill/>
          <a:ln/>
        </p:spPr>
        <p:txBody>
          <a:bodyPr wrap="square" lIns="0" tIns="0" rIns="0" bIns="0" rtlCol="0" anchor="ctr"/>
          <a:lstStyle/>
          <a:p>
            <a:pPr marL="0" indent="0" algn="ctr">
              <a:buNone/>
            </a:pPr>
            <a:r>
              <a:rPr lang="en-US" sz="800" b="1" kern="0" spc="300" dirty="0">
                <a:solidFill>
                  <a:srgbClr val="06B6D4"/>
                </a:solidFill>
                <a:latin typeface="Calibri" pitchFamily="34" charset="0"/>
                <a:ea typeface="Calibri" pitchFamily="34" charset="-122"/>
                <a:cs typeface="Calibri" pitchFamily="34" charset="-120"/>
              </a:rPr>
              <a:t>LIVE INTERACTIVE DEMO</a:t>
            </a:r>
            <a:endParaRPr lang="en-US" sz="800" dirty="0"/>
          </a:p>
        </p:txBody>
      </p:sp>
      <p:sp>
        <p:nvSpPr>
          <p:cNvPr id="90" name="Text 69">
            <a:extLst>
              <a:ext uri="{FF2B5EF4-FFF2-40B4-BE49-F238E27FC236}">
                <a16:creationId xmlns:a16="http://schemas.microsoft.com/office/drawing/2014/main" id="{0DDC8910-1F5C-C780-863C-A07F17F62D23}"/>
              </a:ext>
            </a:extLst>
          </p:cNvPr>
          <p:cNvSpPr/>
          <p:nvPr/>
        </p:nvSpPr>
        <p:spPr>
          <a:xfrm>
            <a:off x="5852160" y="1188720"/>
            <a:ext cx="2834640" cy="594360"/>
          </a:xfrm>
          <a:prstGeom prst="rect">
            <a:avLst/>
          </a:prstGeom>
          <a:noFill/>
          <a:ln/>
        </p:spPr>
        <p:txBody>
          <a:bodyPr wrap="square" lIns="0" tIns="0" rIns="0" bIns="0" rtlCol="0" anchor="ctr"/>
          <a:lstStyle/>
          <a:p>
            <a:pPr marL="0" indent="0" algn="ctr">
              <a:buNone/>
            </a:pPr>
            <a:r>
              <a:rPr lang="en-US" sz="2400" b="1" dirty="0">
                <a:solidFill>
                  <a:srgbClr val="F8FAFC"/>
                </a:solidFill>
                <a:latin typeface="Trebuchet MS" pitchFamily="34" charset="0"/>
                <a:ea typeface="Trebuchet MS" pitchFamily="34" charset="-122"/>
                <a:cs typeface="Trebuchet MS" pitchFamily="34" charset="-120"/>
              </a:rPr>
              <a:t>Defense in</a:t>
            </a:r>
            <a:endParaRPr lang="en-US" sz="2400" dirty="0"/>
          </a:p>
          <a:p>
            <a:pPr marL="0" indent="0" algn="ctr">
              <a:buNone/>
            </a:pPr>
            <a:r>
              <a:rPr lang="en-US" sz="2400" b="1" dirty="0">
                <a:solidFill>
                  <a:srgbClr val="F8FAFC"/>
                </a:solidFill>
                <a:latin typeface="Trebuchet MS" pitchFamily="34" charset="0"/>
                <a:ea typeface="Trebuchet MS" pitchFamily="34" charset="-122"/>
                <a:cs typeface="Trebuchet MS" pitchFamily="34" charset="-120"/>
              </a:rPr>
              <a:t>Depth Map</a:t>
            </a:r>
            <a:endParaRPr lang="en-US" sz="2400" dirty="0"/>
          </a:p>
        </p:txBody>
      </p:sp>
      <p:sp>
        <p:nvSpPr>
          <p:cNvPr id="91" name="Text 70">
            <a:extLst>
              <a:ext uri="{FF2B5EF4-FFF2-40B4-BE49-F238E27FC236}">
                <a16:creationId xmlns:a16="http://schemas.microsoft.com/office/drawing/2014/main" id="{17EFAEE3-8C3D-77B4-0503-5F85929EF61F}"/>
              </a:ext>
            </a:extLst>
          </p:cNvPr>
          <p:cNvSpPr/>
          <p:nvPr/>
        </p:nvSpPr>
        <p:spPr>
          <a:xfrm>
            <a:off x="5943600" y="1874520"/>
            <a:ext cx="2651760" cy="457200"/>
          </a:xfrm>
          <a:prstGeom prst="rect">
            <a:avLst/>
          </a:prstGeom>
          <a:noFill/>
          <a:ln/>
        </p:spPr>
        <p:txBody>
          <a:bodyPr wrap="square" lIns="0" tIns="0" rIns="0" bIns="0" rtlCol="0" anchor="ctr"/>
          <a:lstStyle/>
          <a:p>
            <a:pPr marL="0" indent="0" algn="ctr">
              <a:lnSpc>
                <a:spcPct val="120000"/>
              </a:lnSpc>
              <a:buNone/>
            </a:pPr>
            <a:r>
              <a:rPr lang="en-US" sz="950" dirty="0">
                <a:solidFill>
                  <a:srgbClr val="CBD5E1"/>
                </a:solidFill>
                <a:latin typeface="Calibri" pitchFamily="34" charset="0"/>
                <a:ea typeface="Calibri" pitchFamily="34" charset="-122"/>
                <a:cs typeface="Calibri" pitchFamily="34" charset="-120"/>
              </a:rPr>
              <a:t>Click any layer or security device to see which roles protect it, what they earn, and how to get there.</a:t>
            </a:r>
            <a:endParaRPr lang="en-US" sz="950" dirty="0"/>
          </a:p>
        </p:txBody>
      </p:sp>
      <p:sp>
        <p:nvSpPr>
          <p:cNvPr id="92" name="Shape 71">
            <a:extLst>
              <a:ext uri="{FF2B5EF4-FFF2-40B4-BE49-F238E27FC236}">
                <a16:creationId xmlns:a16="http://schemas.microsoft.com/office/drawing/2014/main" id="{BBAD751F-C7C9-9C26-AF5F-F3423D3B3959}"/>
              </a:ext>
            </a:extLst>
          </p:cNvPr>
          <p:cNvSpPr/>
          <p:nvPr/>
        </p:nvSpPr>
        <p:spPr>
          <a:xfrm>
            <a:off x="6126480" y="2377440"/>
            <a:ext cx="2286000" cy="320040"/>
          </a:xfrm>
          <a:prstGeom prst="rect">
            <a:avLst/>
          </a:prstGeom>
          <a:solidFill>
            <a:srgbClr val="0F1B2D"/>
          </a:solidFill>
          <a:ln w="12700">
            <a:solidFill>
              <a:srgbClr val="06B6D4"/>
            </a:solidFill>
            <a:prstDash val="solid"/>
          </a:ln>
        </p:spPr>
        <p:txBody>
          <a:bodyPr/>
          <a:lstStyle/>
          <a:p>
            <a:endParaRPr lang="en-US"/>
          </a:p>
        </p:txBody>
      </p:sp>
      <p:sp>
        <p:nvSpPr>
          <p:cNvPr id="93" name="Text 72">
            <a:extLst>
              <a:ext uri="{FF2B5EF4-FFF2-40B4-BE49-F238E27FC236}">
                <a16:creationId xmlns:a16="http://schemas.microsoft.com/office/drawing/2014/main" id="{205266D5-2063-8546-85B4-099E2CFD2B75}"/>
              </a:ext>
            </a:extLst>
          </p:cNvPr>
          <p:cNvSpPr/>
          <p:nvPr/>
        </p:nvSpPr>
        <p:spPr>
          <a:xfrm>
            <a:off x="6126480" y="2377440"/>
            <a:ext cx="2286000" cy="320040"/>
          </a:xfrm>
          <a:prstGeom prst="rect">
            <a:avLst/>
          </a:prstGeom>
          <a:noFill/>
          <a:ln/>
        </p:spPr>
        <p:txBody>
          <a:bodyPr wrap="square" lIns="0" tIns="0" rIns="0" bIns="0" rtlCol="0" anchor="ctr"/>
          <a:lstStyle/>
          <a:p>
            <a:pPr marL="0" indent="0" algn="ctr">
              <a:buNone/>
            </a:pPr>
            <a:r>
              <a:rPr lang="en-US" sz="900" dirty="0">
                <a:solidFill>
                  <a:srgbClr val="06B6D4"/>
                </a:solidFill>
                <a:latin typeface="Calibri" pitchFamily="34" charset="0"/>
                <a:ea typeface="Calibri" pitchFamily="34" charset="-122"/>
                <a:cs typeface="Calibri" pitchFamily="34" charset="-120"/>
                <a:hlinkClick r:id="rId12"/>
              </a:rPr>
              <a:t>Interactive Defense in Depth Map</a:t>
            </a:r>
            <a:endParaRPr lang="en-US" sz="900" dirty="0"/>
          </a:p>
        </p:txBody>
      </p:sp>
      <p:sp>
        <p:nvSpPr>
          <p:cNvPr id="94" name="Shape 73">
            <a:extLst>
              <a:ext uri="{FF2B5EF4-FFF2-40B4-BE49-F238E27FC236}">
                <a16:creationId xmlns:a16="http://schemas.microsoft.com/office/drawing/2014/main" id="{E4D24597-F866-4BAF-6E64-F6DAE14C8C47}"/>
              </a:ext>
            </a:extLst>
          </p:cNvPr>
          <p:cNvSpPr/>
          <p:nvPr/>
        </p:nvSpPr>
        <p:spPr>
          <a:xfrm>
            <a:off x="5669280" y="3063240"/>
            <a:ext cx="3200400" cy="1783080"/>
          </a:xfrm>
          <a:prstGeom prst="rect">
            <a:avLst/>
          </a:prstGeom>
          <a:solidFill>
            <a:srgbClr val="1E293B"/>
          </a:solidFill>
          <a:ln/>
        </p:spPr>
        <p:txBody>
          <a:bodyPr/>
          <a:lstStyle/>
          <a:p>
            <a:endParaRPr lang="en-US"/>
          </a:p>
        </p:txBody>
      </p:sp>
      <p:sp>
        <p:nvSpPr>
          <p:cNvPr id="95" name="Shape 74">
            <a:extLst>
              <a:ext uri="{FF2B5EF4-FFF2-40B4-BE49-F238E27FC236}">
                <a16:creationId xmlns:a16="http://schemas.microsoft.com/office/drawing/2014/main" id="{3C368C56-DFEE-F1B2-04ED-6B26C449ADDE}"/>
              </a:ext>
            </a:extLst>
          </p:cNvPr>
          <p:cNvSpPr/>
          <p:nvPr/>
        </p:nvSpPr>
        <p:spPr>
          <a:xfrm>
            <a:off x="5669280" y="3063240"/>
            <a:ext cx="3200400" cy="36576"/>
          </a:xfrm>
          <a:prstGeom prst="rect">
            <a:avLst/>
          </a:prstGeom>
          <a:solidFill>
            <a:srgbClr val="EF4444"/>
          </a:solidFill>
          <a:ln/>
        </p:spPr>
        <p:txBody>
          <a:bodyPr/>
          <a:lstStyle/>
          <a:p>
            <a:endParaRPr lang="en-US"/>
          </a:p>
        </p:txBody>
      </p:sp>
      <p:sp>
        <p:nvSpPr>
          <p:cNvPr id="96" name="Text 75">
            <a:extLst>
              <a:ext uri="{FF2B5EF4-FFF2-40B4-BE49-F238E27FC236}">
                <a16:creationId xmlns:a16="http://schemas.microsoft.com/office/drawing/2014/main" id="{5EF75029-45DB-64C2-5649-D382CE4F35DC}"/>
              </a:ext>
            </a:extLst>
          </p:cNvPr>
          <p:cNvSpPr/>
          <p:nvPr/>
        </p:nvSpPr>
        <p:spPr>
          <a:xfrm>
            <a:off x="5852160" y="3154680"/>
            <a:ext cx="2834640" cy="182880"/>
          </a:xfrm>
          <a:prstGeom prst="rect">
            <a:avLst/>
          </a:prstGeom>
          <a:noFill/>
          <a:ln/>
        </p:spPr>
        <p:txBody>
          <a:bodyPr wrap="square" lIns="0" tIns="0" rIns="0" bIns="0" rtlCol="0" anchor="ctr"/>
          <a:lstStyle/>
          <a:p>
            <a:pPr marL="0" indent="0">
              <a:buNone/>
            </a:pPr>
            <a:r>
              <a:rPr lang="en-US" sz="800" b="1" kern="0" spc="300" dirty="0">
                <a:solidFill>
                  <a:srgbClr val="EF4444"/>
                </a:solidFill>
                <a:latin typeface="Calibri" pitchFamily="34" charset="0"/>
                <a:ea typeface="Calibri" pitchFamily="34" charset="-122"/>
                <a:cs typeface="Calibri" pitchFamily="34" charset="-120"/>
              </a:rPr>
              <a:t>WHAT YOU WILL SEE</a:t>
            </a:r>
            <a:endParaRPr lang="en-US" sz="800" dirty="0"/>
          </a:p>
        </p:txBody>
      </p:sp>
      <p:sp>
        <p:nvSpPr>
          <p:cNvPr id="97" name="Text 76">
            <a:extLst>
              <a:ext uri="{FF2B5EF4-FFF2-40B4-BE49-F238E27FC236}">
                <a16:creationId xmlns:a16="http://schemas.microsoft.com/office/drawing/2014/main" id="{9BFAA9C0-A223-D207-959C-5D6E3B954FBD}"/>
              </a:ext>
            </a:extLst>
          </p:cNvPr>
          <p:cNvSpPr/>
          <p:nvPr/>
        </p:nvSpPr>
        <p:spPr>
          <a:xfrm>
            <a:off x="5852160" y="3401568"/>
            <a:ext cx="274320" cy="18288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01</a:t>
            </a:r>
            <a:endParaRPr lang="en-US" sz="1000" dirty="0"/>
          </a:p>
        </p:txBody>
      </p:sp>
      <p:sp>
        <p:nvSpPr>
          <p:cNvPr id="98" name="Text 77">
            <a:extLst>
              <a:ext uri="{FF2B5EF4-FFF2-40B4-BE49-F238E27FC236}">
                <a16:creationId xmlns:a16="http://schemas.microsoft.com/office/drawing/2014/main" id="{59F8CE8F-BBF5-84B3-FDC7-E7FFBA078B87}"/>
              </a:ext>
            </a:extLst>
          </p:cNvPr>
          <p:cNvSpPr/>
          <p:nvPr/>
        </p:nvSpPr>
        <p:spPr>
          <a:xfrm>
            <a:off x="6126480" y="3401568"/>
            <a:ext cx="2560320" cy="320040"/>
          </a:xfrm>
          <a:prstGeom prst="rect">
            <a:avLst/>
          </a:prstGeom>
          <a:noFill/>
          <a:ln/>
        </p:spPr>
        <p:txBody>
          <a:bodyPr wrap="square" lIns="0" tIns="0" rIns="0" bIns="0" rtlCol="0" anchor="ctr"/>
          <a:lstStyle/>
          <a:p>
            <a:pPr marL="0" indent="0">
              <a:lnSpc>
                <a:spcPct val="115000"/>
              </a:lnSpc>
              <a:buNone/>
            </a:pPr>
            <a:r>
              <a:rPr lang="en-US" sz="850" dirty="0">
                <a:solidFill>
                  <a:srgbClr val="CBD5E1"/>
                </a:solidFill>
                <a:latin typeface="Calibri" pitchFamily="34" charset="0"/>
                <a:ea typeface="Calibri" pitchFamily="34" charset="-122"/>
                <a:cs typeface="Calibri" pitchFamily="34" charset="-120"/>
              </a:rPr>
              <a:t>Left-to-right data flow from customers through the internet into the company boundary</a:t>
            </a:r>
            <a:endParaRPr lang="en-US" sz="850" dirty="0"/>
          </a:p>
        </p:txBody>
      </p:sp>
      <p:sp>
        <p:nvSpPr>
          <p:cNvPr id="99" name="Text 78">
            <a:extLst>
              <a:ext uri="{FF2B5EF4-FFF2-40B4-BE49-F238E27FC236}">
                <a16:creationId xmlns:a16="http://schemas.microsoft.com/office/drawing/2014/main" id="{7ADDA6E2-5ECE-D79B-F52C-C88BB1882144}"/>
              </a:ext>
            </a:extLst>
          </p:cNvPr>
          <p:cNvSpPr/>
          <p:nvPr/>
        </p:nvSpPr>
        <p:spPr>
          <a:xfrm>
            <a:off x="5852160" y="3767328"/>
            <a:ext cx="274320" cy="18288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02</a:t>
            </a:r>
            <a:endParaRPr lang="en-US" sz="1000" dirty="0"/>
          </a:p>
        </p:txBody>
      </p:sp>
      <p:sp>
        <p:nvSpPr>
          <p:cNvPr id="100" name="Text 79">
            <a:extLst>
              <a:ext uri="{FF2B5EF4-FFF2-40B4-BE49-F238E27FC236}">
                <a16:creationId xmlns:a16="http://schemas.microsoft.com/office/drawing/2014/main" id="{6063ABA7-798D-2798-ABA9-CE0EE41EF0C7}"/>
              </a:ext>
            </a:extLst>
          </p:cNvPr>
          <p:cNvSpPr/>
          <p:nvPr/>
        </p:nvSpPr>
        <p:spPr>
          <a:xfrm>
            <a:off x="6126480" y="3767328"/>
            <a:ext cx="2560320" cy="320040"/>
          </a:xfrm>
          <a:prstGeom prst="rect">
            <a:avLst/>
          </a:prstGeom>
          <a:noFill/>
          <a:ln/>
        </p:spPr>
        <p:txBody>
          <a:bodyPr wrap="square" lIns="0" tIns="0" rIns="0" bIns="0" rtlCol="0" anchor="ctr"/>
          <a:lstStyle/>
          <a:p>
            <a:pPr marL="0" indent="0">
              <a:lnSpc>
                <a:spcPct val="115000"/>
              </a:lnSpc>
              <a:buNone/>
            </a:pPr>
            <a:r>
              <a:rPr lang="en-US" sz="850" dirty="0">
                <a:solidFill>
                  <a:srgbClr val="CBD5E1"/>
                </a:solidFill>
                <a:latin typeface="Calibri" pitchFamily="34" charset="0"/>
                <a:ea typeface="Calibri" pitchFamily="34" charset="-122"/>
                <a:cs typeface="Calibri" pitchFamily="34" charset="-120"/>
              </a:rPr>
              <a:t>Click any security device (Firewall, WAF, SIEM) to see which roles own it</a:t>
            </a:r>
            <a:endParaRPr lang="en-US" sz="850" dirty="0"/>
          </a:p>
        </p:txBody>
      </p:sp>
      <p:sp>
        <p:nvSpPr>
          <p:cNvPr id="101" name="Text 80">
            <a:extLst>
              <a:ext uri="{FF2B5EF4-FFF2-40B4-BE49-F238E27FC236}">
                <a16:creationId xmlns:a16="http://schemas.microsoft.com/office/drawing/2014/main" id="{0DED59AA-09B7-03DE-871C-B6DDDDAF37D0}"/>
              </a:ext>
            </a:extLst>
          </p:cNvPr>
          <p:cNvSpPr/>
          <p:nvPr/>
        </p:nvSpPr>
        <p:spPr>
          <a:xfrm>
            <a:off x="5852160" y="4133088"/>
            <a:ext cx="274320" cy="18288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03</a:t>
            </a:r>
            <a:endParaRPr lang="en-US" sz="1000" dirty="0"/>
          </a:p>
        </p:txBody>
      </p:sp>
      <p:sp>
        <p:nvSpPr>
          <p:cNvPr id="102" name="Text 81">
            <a:extLst>
              <a:ext uri="{FF2B5EF4-FFF2-40B4-BE49-F238E27FC236}">
                <a16:creationId xmlns:a16="http://schemas.microsoft.com/office/drawing/2014/main" id="{89C6A059-32FB-A971-9EED-2E0A4B6599DB}"/>
              </a:ext>
            </a:extLst>
          </p:cNvPr>
          <p:cNvSpPr/>
          <p:nvPr/>
        </p:nvSpPr>
        <p:spPr>
          <a:xfrm>
            <a:off x="6126480" y="4133088"/>
            <a:ext cx="2560320" cy="320040"/>
          </a:xfrm>
          <a:prstGeom prst="rect">
            <a:avLst/>
          </a:prstGeom>
          <a:noFill/>
          <a:ln/>
        </p:spPr>
        <p:txBody>
          <a:bodyPr wrap="square" lIns="0" tIns="0" rIns="0" bIns="0" rtlCol="0" anchor="ctr"/>
          <a:lstStyle/>
          <a:p>
            <a:pPr marL="0" indent="0">
              <a:lnSpc>
                <a:spcPct val="115000"/>
              </a:lnSpc>
              <a:buNone/>
            </a:pPr>
            <a:r>
              <a:rPr lang="en-US" sz="850" dirty="0">
                <a:solidFill>
                  <a:srgbClr val="CBD5E1"/>
                </a:solidFill>
                <a:latin typeface="Calibri" pitchFamily="34" charset="0"/>
                <a:ea typeface="Calibri" pitchFamily="34" charset="-122"/>
                <a:cs typeface="Calibri" pitchFamily="34" charset="-120"/>
              </a:rPr>
              <a:t>Each role shows salary range, certifications, career progression, and day-in-life</a:t>
            </a:r>
            <a:endParaRPr lang="en-US" sz="850" dirty="0"/>
          </a:p>
        </p:txBody>
      </p:sp>
      <p:sp>
        <p:nvSpPr>
          <p:cNvPr id="103" name="Text 82">
            <a:extLst>
              <a:ext uri="{FF2B5EF4-FFF2-40B4-BE49-F238E27FC236}">
                <a16:creationId xmlns:a16="http://schemas.microsoft.com/office/drawing/2014/main" id="{0E288B71-C43C-0F13-C96C-5B372A65BA1F}"/>
              </a:ext>
            </a:extLst>
          </p:cNvPr>
          <p:cNvSpPr/>
          <p:nvPr/>
        </p:nvSpPr>
        <p:spPr>
          <a:xfrm>
            <a:off x="5852160" y="4498848"/>
            <a:ext cx="274320" cy="18288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04</a:t>
            </a:r>
            <a:endParaRPr lang="en-US" sz="1000" dirty="0"/>
          </a:p>
        </p:txBody>
      </p:sp>
      <p:sp>
        <p:nvSpPr>
          <p:cNvPr id="104" name="Text 83">
            <a:extLst>
              <a:ext uri="{FF2B5EF4-FFF2-40B4-BE49-F238E27FC236}">
                <a16:creationId xmlns:a16="http://schemas.microsoft.com/office/drawing/2014/main" id="{6FF0424C-A671-8D30-FFA0-31C49B5A677B}"/>
              </a:ext>
            </a:extLst>
          </p:cNvPr>
          <p:cNvSpPr/>
          <p:nvPr/>
        </p:nvSpPr>
        <p:spPr>
          <a:xfrm>
            <a:off x="6126480" y="4498848"/>
            <a:ext cx="2560320" cy="320040"/>
          </a:xfrm>
          <a:prstGeom prst="rect">
            <a:avLst/>
          </a:prstGeom>
          <a:noFill/>
          <a:ln/>
        </p:spPr>
        <p:txBody>
          <a:bodyPr wrap="square" lIns="0" tIns="0" rIns="0" bIns="0" rtlCol="0" anchor="ctr"/>
          <a:lstStyle/>
          <a:p>
            <a:pPr marL="0" indent="0">
              <a:lnSpc>
                <a:spcPct val="115000"/>
              </a:lnSpc>
              <a:buNone/>
            </a:pPr>
            <a:r>
              <a:rPr lang="en-US" sz="850" dirty="0">
                <a:solidFill>
                  <a:srgbClr val="CBD5E1"/>
                </a:solidFill>
                <a:latin typeface="Calibri" pitchFamily="34" charset="0"/>
                <a:ea typeface="Calibri" pitchFamily="34" charset="-122"/>
                <a:cs typeface="Calibri" pitchFamily="34" charset="-120"/>
              </a:rPr>
              <a:t>Career Transitions tab shows exactly how to move into or out of each role</a:t>
            </a:r>
            <a:endParaRPr lang="en-US" sz="850" dirty="0"/>
          </a:p>
        </p:txBody>
      </p:sp>
    </p:spTree>
    <p:extLst>
      <p:ext uri="{BB962C8B-B14F-4D97-AF65-F5344CB8AC3E}">
        <p14:creationId xmlns:p14="http://schemas.microsoft.com/office/powerpoint/2010/main" val="323818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a:extLst>
            <a:ext uri="{FF2B5EF4-FFF2-40B4-BE49-F238E27FC236}">
              <a16:creationId xmlns:a16="http://schemas.microsoft.com/office/drawing/2014/main" id="{A44765F0-BCD8-6E5A-5EEC-FE2A061C49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1DB6D9-E986-6F69-52F0-238E2EE4A378}"/>
              </a:ext>
            </a:extLst>
          </p:cNvPr>
          <p:cNvSpPr/>
          <p:nvPr/>
        </p:nvSpPr>
        <p:spPr>
          <a:xfrm>
            <a:off x="0" y="0"/>
            <a:ext cx="9144000" cy="36576"/>
          </a:xfrm>
          <a:prstGeom prst="rect">
            <a:avLst/>
          </a:prstGeom>
          <a:solidFill>
            <a:srgbClr val="00D4AA"/>
          </a:solidFill>
          <a:ln/>
        </p:spPr>
        <p:txBody>
          <a:bodyPr/>
          <a:lstStyle/>
          <a:p>
            <a:endParaRPr lang="en-US"/>
          </a:p>
        </p:txBody>
      </p:sp>
      <p:sp>
        <p:nvSpPr>
          <p:cNvPr id="3" name="Text 1">
            <a:extLst>
              <a:ext uri="{FF2B5EF4-FFF2-40B4-BE49-F238E27FC236}">
                <a16:creationId xmlns:a16="http://schemas.microsoft.com/office/drawing/2014/main" id="{F90D0D15-AA37-7A09-D8F8-1B87317530D8}"/>
              </a:ext>
            </a:extLst>
          </p:cNvPr>
          <p:cNvSpPr/>
          <p:nvPr/>
        </p:nvSpPr>
        <p:spPr>
          <a:xfrm>
            <a:off x="640080" y="274320"/>
            <a:ext cx="7315200" cy="457200"/>
          </a:xfrm>
          <a:prstGeom prst="rect">
            <a:avLst/>
          </a:prstGeom>
          <a:noFill/>
          <a:ln/>
        </p:spPr>
        <p:txBody>
          <a:bodyPr wrap="square" lIns="0" tIns="0" rIns="0" bIns="0" rtlCol="0" anchor="ctr"/>
          <a:lstStyle/>
          <a:p>
            <a:pPr marL="0" indent="0">
              <a:buNone/>
            </a:pPr>
            <a:r>
              <a:rPr lang="en-US" sz="3000" b="1" dirty="0">
                <a:solidFill>
                  <a:srgbClr val="F0F4F8"/>
                </a:solidFill>
                <a:latin typeface="Trebuchet MS" pitchFamily="34" charset="0"/>
                <a:ea typeface="Trebuchet MS" pitchFamily="34" charset="-122"/>
                <a:cs typeface="Trebuchet MS" pitchFamily="34" charset="-120"/>
              </a:rPr>
              <a:t>Salary Reality by Role Family</a:t>
            </a:r>
            <a:endParaRPr lang="en-US" sz="3000" dirty="0"/>
          </a:p>
        </p:txBody>
      </p:sp>
      <p:sp>
        <p:nvSpPr>
          <p:cNvPr id="4" name="Text 2">
            <a:extLst>
              <a:ext uri="{FF2B5EF4-FFF2-40B4-BE49-F238E27FC236}">
                <a16:creationId xmlns:a16="http://schemas.microsoft.com/office/drawing/2014/main" id="{893B9F7F-386B-83AA-6981-124716E9B502}"/>
              </a:ext>
            </a:extLst>
          </p:cNvPr>
          <p:cNvSpPr/>
          <p:nvPr/>
        </p:nvSpPr>
        <p:spPr>
          <a:xfrm>
            <a:off x="640080" y="713232"/>
            <a:ext cx="7315200" cy="274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What to expect at entry and mid-level across each path</a:t>
            </a:r>
            <a:endParaRPr lang="en-US" sz="1300" dirty="0"/>
          </a:p>
        </p:txBody>
      </p:sp>
      <p:sp>
        <p:nvSpPr>
          <p:cNvPr id="5" name="Shape 3">
            <a:extLst>
              <a:ext uri="{FF2B5EF4-FFF2-40B4-BE49-F238E27FC236}">
                <a16:creationId xmlns:a16="http://schemas.microsoft.com/office/drawing/2014/main" id="{E2BEB6FE-3796-B74E-DFED-5534462F4AB7}"/>
              </a:ext>
            </a:extLst>
          </p:cNvPr>
          <p:cNvSpPr/>
          <p:nvPr/>
        </p:nvSpPr>
        <p:spPr>
          <a:xfrm>
            <a:off x="457200" y="1188720"/>
            <a:ext cx="8229600" cy="411480"/>
          </a:xfrm>
          <a:prstGeom prst="rect">
            <a:avLst/>
          </a:prstGeom>
          <a:solidFill>
            <a:srgbClr val="1A3050"/>
          </a:solidFill>
          <a:ln/>
        </p:spPr>
        <p:txBody>
          <a:bodyPr/>
          <a:lstStyle/>
          <a:p>
            <a:endParaRPr lang="en-US"/>
          </a:p>
        </p:txBody>
      </p:sp>
      <p:sp>
        <p:nvSpPr>
          <p:cNvPr id="6" name="Text 4">
            <a:extLst>
              <a:ext uri="{FF2B5EF4-FFF2-40B4-BE49-F238E27FC236}">
                <a16:creationId xmlns:a16="http://schemas.microsoft.com/office/drawing/2014/main" id="{41AB3825-6F77-7204-1A41-DC1A38333983}"/>
              </a:ext>
            </a:extLst>
          </p:cNvPr>
          <p:cNvSpPr/>
          <p:nvPr/>
        </p:nvSpPr>
        <p:spPr>
          <a:xfrm>
            <a:off x="640080" y="1188720"/>
            <a:ext cx="3200400" cy="411480"/>
          </a:xfrm>
          <a:prstGeom prst="rect">
            <a:avLst/>
          </a:prstGeom>
          <a:noFill/>
          <a:ln/>
        </p:spPr>
        <p:txBody>
          <a:bodyPr wrap="square" lIns="0" tIns="0" rIns="0" bIns="0" rtlCol="0" anchor="ctr"/>
          <a:lstStyle/>
          <a:p>
            <a:pPr marL="0" indent="0">
              <a:buNone/>
            </a:pPr>
            <a:r>
              <a:rPr lang="en-US" sz="1200" b="1" dirty="0">
                <a:solidFill>
                  <a:srgbClr val="00D4AA"/>
                </a:solidFill>
                <a:latin typeface="Trebuchet MS" pitchFamily="34" charset="0"/>
                <a:ea typeface="Trebuchet MS" pitchFamily="34" charset="-122"/>
                <a:cs typeface="Trebuchet MS" pitchFamily="34" charset="-120"/>
              </a:rPr>
              <a:t>Role Family</a:t>
            </a:r>
            <a:endParaRPr lang="en-US" sz="1200" dirty="0"/>
          </a:p>
        </p:txBody>
      </p:sp>
      <p:sp>
        <p:nvSpPr>
          <p:cNvPr id="7" name="Text 5">
            <a:extLst>
              <a:ext uri="{FF2B5EF4-FFF2-40B4-BE49-F238E27FC236}">
                <a16:creationId xmlns:a16="http://schemas.microsoft.com/office/drawing/2014/main" id="{ED49E9CB-7BF6-C5B1-E87E-9217777C3194}"/>
              </a:ext>
            </a:extLst>
          </p:cNvPr>
          <p:cNvSpPr/>
          <p:nvPr/>
        </p:nvSpPr>
        <p:spPr>
          <a:xfrm>
            <a:off x="3840480" y="1188720"/>
            <a:ext cx="2286000" cy="411480"/>
          </a:xfrm>
          <a:prstGeom prst="rect">
            <a:avLst/>
          </a:prstGeom>
          <a:noFill/>
          <a:ln/>
        </p:spPr>
        <p:txBody>
          <a:bodyPr wrap="square" lIns="0" tIns="0" rIns="0" bIns="0" rtlCol="0" anchor="ctr"/>
          <a:lstStyle/>
          <a:p>
            <a:pPr marL="0" indent="0">
              <a:buNone/>
            </a:pPr>
            <a:r>
              <a:rPr lang="en-US" sz="1200" b="1" dirty="0">
                <a:solidFill>
                  <a:srgbClr val="00D4AA"/>
                </a:solidFill>
                <a:latin typeface="Trebuchet MS" pitchFamily="34" charset="0"/>
                <a:ea typeface="Trebuchet MS" pitchFamily="34" charset="-122"/>
                <a:cs typeface="Trebuchet MS" pitchFamily="34" charset="-120"/>
              </a:rPr>
              <a:t>Salary Range (US)</a:t>
            </a:r>
            <a:endParaRPr lang="en-US" sz="1200" dirty="0"/>
          </a:p>
        </p:txBody>
      </p:sp>
      <p:sp>
        <p:nvSpPr>
          <p:cNvPr id="8" name="Text 6">
            <a:extLst>
              <a:ext uri="{FF2B5EF4-FFF2-40B4-BE49-F238E27FC236}">
                <a16:creationId xmlns:a16="http://schemas.microsoft.com/office/drawing/2014/main" id="{EFFC1BDF-CCD5-D16C-CC88-72FE07D6F642}"/>
              </a:ext>
            </a:extLst>
          </p:cNvPr>
          <p:cNvSpPr/>
          <p:nvPr/>
        </p:nvSpPr>
        <p:spPr>
          <a:xfrm>
            <a:off x="6126480" y="1188720"/>
            <a:ext cx="2560320" cy="411480"/>
          </a:xfrm>
          <a:prstGeom prst="rect">
            <a:avLst/>
          </a:prstGeom>
          <a:noFill/>
          <a:ln/>
        </p:spPr>
        <p:txBody>
          <a:bodyPr wrap="square" lIns="0" tIns="0" rIns="0" bIns="0" rtlCol="0" anchor="ctr"/>
          <a:lstStyle/>
          <a:p>
            <a:pPr marL="0" indent="0">
              <a:buNone/>
            </a:pPr>
            <a:r>
              <a:rPr lang="en-US" sz="1200" b="1" dirty="0">
                <a:solidFill>
                  <a:srgbClr val="00D4AA"/>
                </a:solidFill>
                <a:latin typeface="Trebuchet MS" pitchFamily="34" charset="0"/>
                <a:ea typeface="Trebuchet MS" pitchFamily="34" charset="-122"/>
                <a:cs typeface="Trebuchet MS" pitchFamily="34" charset="-120"/>
              </a:rPr>
              <a:t>Notes</a:t>
            </a:r>
            <a:endParaRPr lang="en-US" sz="1200" dirty="0"/>
          </a:p>
        </p:txBody>
      </p:sp>
      <p:sp>
        <p:nvSpPr>
          <p:cNvPr id="9" name="Shape 7">
            <a:extLst>
              <a:ext uri="{FF2B5EF4-FFF2-40B4-BE49-F238E27FC236}">
                <a16:creationId xmlns:a16="http://schemas.microsoft.com/office/drawing/2014/main" id="{F9A29F25-4B1C-0FD7-B491-921855F5208C}"/>
              </a:ext>
            </a:extLst>
          </p:cNvPr>
          <p:cNvSpPr/>
          <p:nvPr/>
        </p:nvSpPr>
        <p:spPr>
          <a:xfrm>
            <a:off x="457200" y="1691640"/>
            <a:ext cx="8229600" cy="502920"/>
          </a:xfrm>
          <a:prstGeom prst="rect">
            <a:avLst/>
          </a:prstGeom>
          <a:solidFill>
            <a:srgbClr val="162236"/>
          </a:solidFill>
          <a:ln/>
        </p:spPr>
        <p:txBody>
          <a:bodyPr/>
          <a:lstStyle/>
          <a:p>
            <a:endParaRPr lang="en-US"/>
          </a:p>
        </p:txBody>
      </p:sp>
      <p:sp>
        <p:nvSpPr>
          <p:cNvPr id="10" name="Shape 8">
            <a:extLst>
              <a:ext uri="{FF2B5EF4-FFF2-40B4-BE49-F238E27FC236}">
                <a16:creationId xmlns:a16="http://schemas.microsoft.com/office/drawing/2014/main" id="{257B36BA-8BD8-4A5E-3781-E992AFA627B5}"/>
              </a:ext>
            </a:extLst>
          </p:cNvPr>
          <p:cNvSpPr/>
          <p:nvPr/>
        </p:nvSpPr>
        <p:spPr>
          <a:xfrm>
            <a:off x="457200" y="1691640"/>
            <a:ext cx="54864" cy="502920"/>
          </a:xfrm>
          <a:prstGeom prst="rect">
            <a:avLst/>
          </a:prstGeom>
          <a:solidFill>
            <a:srgbClr val="00D4AA"/>
          </a:solidFill>
          <a:ln/>
        </p:spPr>
        <p:txBody>
          <a:bodyPr/>
          <a:lstStyle/>
          <a:p>
            <a:endParaRPr lang="en-US"/>
          </a:p>
        </p:txBody>
      </p:sp>
      <p:sp>
        <p:nvSpPr>
          <p:cNvPr id="11" name="Text 9">
            <a:extLst>
              <a:ext uri="{FF2B5EF4-FFF2-40B4-BE49-F238E27FC236}">
                <a16:creationId xmlns:a16="http://schemas.microsoft.com/office/drawing/2014/main" id="{8C33CC82-ACE2-C8CB-7C62-BB154979DCEE}"/>
              </a:ext>
            </a:extLst>
          </p:cNvPr>
          <p:cNvSpPr/>
          <p:nvPr/>
        </p:nvSpPr>
        <p:spPr>
          <a:xfrm>
            <a:off x="640080" y="1691640"/>
            <a:ext cx="3200400" cy="502920"/>
          </a:xfrm>
          <a:prstGeom prst="rect">
            <a:avLst/>
          </a:prstGeom>
          <a:noFill/>
          <a:ln/>
        </p:spPr>
        <p:txBody>
          <a:bodyPr wrap="square" lIns="0" tIns="0" rIns="0" bIns="0" rtlCol="0" anchor="ctr"/>
          <a:lstStyle/>
          <a:p>
            <a:pPr marL="0" indent="0">
              <a:buNone/>
            </a:pPr>
            <a:r>
              <a:rPr lang="en-US" sz="1100" b="1" dirty="0">
                <a:solidFill>
                  <a:srgbClr val="F0F4F8"/>
                </a:solidFill>
                <a:latin typeface="Calibri" pitchFamily="34" charset="0"/>
                <a:ea typeface="Calibri" pitchFamily="34" charset="-122"/>
                <a:cs typeface="Calibri" pitchFamily="34" charset="-120"/>
              </a:rPr>
              <a:t>Builders (Security Engineer)</a:t>
            </a:r>
            <a:endParaRPr lang="en-US" sz="1100" dirty="0"/>
          </a:p>
        </p:txBody>
      </p:sp>
      <p:sp>
        <p:nvSpPr>
          <p:cNvPr id="105" name="Text 10">
            <a:extLst>
              <a:ext uri="{FF2B5EF4-FFF2-40B4-BE49-F238E27FC236}">
                <a16:creationId xmlns:a16="http://schemas.microsoft.com/office/drawing/2014/main" id="{4FBBF127-6CBD-9168-EABA-EE1855B6BCFA}"/>
              </a:ext>
            </a:extLst>
          </p:cNvPr>
          <p:cNvSpPr/>
          <p:nvPr/>
        </p:nvSpPr>
        <p:spPr>
          <a:xfrm>
            <a:off x="3840480" y="1691640"/>
            <a:ext cx="2286000" cy="502920"/>
          </a:xfrm>
          <a:prstGeom prst="rect">
            <a:avLst/>
          </a:prstGeom>
          <a:noFill/>
          <a:ln/>
        </p:spPr>
        <p:txBody>
          <a:bodyPr wrap="square" lIns="0" tIns="0" rIns="0" bIns="0" rtlCol="0" anchor="ctr"/>
          <a:lstStyle/>
          <a:p>
            <a:pPr marL="0" indent="0">
              <a:buNone/>
            </a:pPr>
            <a:r>
              <a:rPr lang="en-US" sz="1300" b="1" dirty="0">
                <a:solidFill>
                  <a:srgbClr val="00D4AA"/>
                </a:solidFill>
                <a:latin typeface="Trebuchet MS" pitchFamily="34" charset="0"/>
                <a:ea typeface="Trebuchet MS" pitchFamily="34" charset="-122"/>
                <a:cs typeface="Trebuchet MS" pitchFamily="34" charset="-120"/>
              </a:rPr>
              <a:t>$110K - $160K</a:t>
            </a:r>
            <a:endParaRPr lang="en-US" sz="1300" dirty="0"/>
          </a:p>
        </p:txBody>
      </p:sp>
      <p:sp>
        <p:nvSpPr>
          <p:cNvPr id="106" name="Text 11">
            <a:extLst>
              <a:ext uri="{FF2B5EF4-FFF2-40B4-BE49-F238E27FC236}">
                <a16:creationId xmlns:a16="http://schemas.microsoft.com/office/drawing/2014/main" id="{8C753006-B655-2FF4-873B-BCE5959FA110}"/>
              </a:ext>
            </a:extLst>
          </p:cNvPr>
          <p:cNvSpPr/>
          <p:nvPr/>
        </p:nvSpPr>
        <p:spPr>
          <a:xfrm>
            <a:off x="6126480" y="1691640"/>
            <a:ext cx="256032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High demand, mid-career growth strong</a:t>
            </a:r>
            <a:endParaRPr lang="en-US" sz="1000" dirty="0"/>
          </a:p>
        </p:txBody>
      </p:sp>
      <p:sp>
        <p:nvSpPr>
          <p:cNvPr id="107" name="Shape 12">
            <a:extLst>
              <a:ext uri="{FF2B5EF4-FFF2-40B4-BE49-F238E27FC236}">
                <a16:creationId xmlns:a16="http://schemas.microsoft.com/office/drawing/2014/main" id="{2C89289A-FACB-8081-1F05-0BE34E078BD2}"/>
              </a:ext>
            </a:extLst>
          </p:cNvPr>
          <p:cNvSpPr/>
          <p:nvPr/>
        </p:nvSpPr>
        <p:spPr>
          <a:xfrm>
            <a:off x="457200" y="2286000"/>
            <a:ext cx="8229600" cy="502920"/>
          </a:xfrm>
          <a:prstGeom prst="rect">
            <a:avLst/>
          </a:prstGeom>
          <a:solidFill>
            <a:srgbClr val="0F1B2D"/>
          </a:solidFill>
          <a:ln/>
        </p:spPr>
        <p:txBody>
          <a:bodyPr/>
          <a:lstStyle/>
          <a:p>
            <a:endParaRPr lang="en-US"/>
          </a:p>
        </p:txBody>
      </p:sp>
      <p:sp>
        <p:nvSpPr>
          <p:cNvPr id="108" name="Shape 13">
            <a:extLst>
              <a:ext uri="{FF2B5EF4-FFF2-40B4-BE49-F238E27FC236}">
                <a16:creationId xmlns:a16="http://schemas.microsoft.com/office/drawing/2014/main" id="{0B33DFF6-96F8-3D2A-1D40-6EB679ADB472}"/>
              </a:ext>
            </a:extLst>
          </p:cNvPr>
          <p:cNvSpPr/>
          <p:nvPr/>
        </p:nvSpPr>
        <p:spPr>
          <a:xfrm>
            <a:off x="457200" y="2286000"/>
            <a:ext cx="54864" cy="502920"/>
          </a:xfrm>
          <a:prstGeom prst="rect">
            <a:avLst/>
          </a:prstGeom>
          <a:solidFill>
            <a:srgbClr val="EF4444"/>
          </a:solidFill>
          <a:ln/>
        </p:spPr>
        <p:txBody>
          <a:bodyPr/>
          <a:lstStyle/>
          <a:p>
            <a:endParaRPr lang="en-US"/>
          </a:p>
        </p:txBody>
      </p:sp>
      <p:sp>
        <p:nvSpPr>
          <p:cNvPr id="109" name="Text 14">
            <a:extLst>
              <a:ext uri="{FF2B5EF4-FFF2-40B4-BE49-F238E27FC236}">
                <a16:creationId xmlns:a16="http://schemas.microsoft.com/office/drawing/2014/main" id="{F0C00213-7A67-F30F-4B19-81FF0AA083E9}"/>
              </a:ext>
            </a:extLst>
          </p:cNvPr>
          <p:cNvSpPr/>
          <p:nvPr/>
        </p:nvSpPr>
        <p:spPr>
          <a:xfrm>
            <a:off x="640080" y="2286000"/>
            <a:ext cx="3200400" cy="502920"/>
          </a:xfrm>
          <a:prstGeom prst="rect">
            <a:avLst/>
          </a:prstGeom>
          <a:noFill/>
          <a:ln/>
        </p:spPr>
        <p:txBody>
          <a:bodyPr wrap="square" lIns="0" tIns="0" rIns="0" bIns="0" rtlCol="0" anchor="ctr"/>
          <a:lstStyle/>
          <a:p>
            <a:pPr marL="0" indent="0">
              <a:buNone/>
            </a:pPr>
            <a:r>
              <a:rPr lang="en-US" sz="1100" b="1" dirty="0">
                <a:solidFill>
                  <a:srgbClr val="F0F4F8"/>
                </a:solidFill>
                <a:latin typeface="Calibri" pitchFamily="34" charset="0"/>
                <a:ea typeface="Calibri" pitchFamily="34" charset="-122"/>
                <a:cs typeface="Calibri" pitchFamily="34" charset="-120"/>
              </a:rPr>
              <a:t>Breakers (Penetration Tester)</a:t>
            </a:r>
            <a:endParaRPr lang="en-US" sz="1100" dirty="0"/>
          </a:p>
        </p:txBody>
      </p:sp>
      <p:sp>
        <p:nvSpPr>
          <p:cNvPr id="110" name="Text 15">
            <a:extLst>
              <a:ext uri="{FF2B5EF4-FFF2-40B4-BE49-F238E27FC236}">
                <a16:creationId xmlns:a16="http://schemas.microsoft.com/office/drawing/2014/main" id="{5D8D63EB-021C-B8D9-C488-C2E5AF53155E}"/>
              </a:ext>
            </a:extLst>
          </p:cNvPr>
          <p:cNvSpPr/>
          <p:nvPr/>
        </p:nvSpPr>
        <p:spPr>
          <a:xfrm>
            <a:off x="3840480" y="2286000"/>
            <a:ext cx="2286000" cy="502920"/>
          </a:xfrm>
          <a:prstGeom prst="rect">
            <a:avLst/>
          </a:prstGeom>
          <a:noFill/>
          <a:ln/>
        </p:spPr>
        <p:txBody>
          <a:bodyPr wrap="square" lIns="0" tIns="0" rIns="0" bIns="0" rtlCol="0" anchor="ctr"/>
          <a:lstStyle/>
          <a:p>
            <a:pPr marL="0" indent="0">
              <a:buNone/>
            </a:pPr>
            <a:r>
              <a:rPr lang="en-US" sz="1300" b="1" dirty="0">
                <a:solidFill>
                  <a:srgbClr val="EF4444"/>
                </a:solidFill>
                <a:latin typeface="Trebuchet MS" pitchFamily="34" charset="0"/>
                <a:ea typeface="Trebuchet MS" pitchFamily="34" charset="-122"/>
                <a:cs typeface="Trebuchet MS" pitchFamily="34" charset="-120"/>
              </a:rPr>
              <a:t>$100K - $145K</a:t>
            </a:r>
            <a:endParaRPr lang="en-US" sz="1300" dirty="0"/>
          </a:p>
        </p:txBody>
      </p:sp>
      <p:sp>
        <p:nvSpPr>
          <p:cNvPr id="111" name="Text 16">
            <a:extLst>
              <a:ext uri="{FF2B5EF4-FFF2-40B4-BE49-F238E27FC236}">
                <a16:creationId xmlns:a16="http://schemas.microsoft.com/office/drawing/2014/main" id="{DF75D7DF-A0B7-DE0F-56F2-457654D16D64}"/>
              </a:ext>
            </a:extLst>
          </p:cNvPr>
          <p:cNvSpPr/>
          <p:nvPr/>
        </p:nvSpPr>
        <p:spPr>
          <a:xfrm>
            <a:off x="6126480" y="2286000"/>
            <a:ext cx="256032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Competitive to enter, scarce openings</a:t>
            </a:r>
            <a:endParaRPr lang="en-US" sz="1000" dirty="0"/>
          </a:p>
        </p:txBody>
      </p:sp>
      <p:sp>
        <p:nvSpPr>
          <p:cNvPr id="112" name="Shape 17">
            <a:extLst>
              <a:ext uri="{FF2B5EF4-FFF2-40B4-BE49-F238E27FC236}">
                <a16:creationId xmlns:a16="http://schemas.microsoft.com/office/drawing/2014/main" id="{CE453A29-0698-7C4F-F850-8C5F6E613880}"/>
              </a:ext>
            </a:extLst>
          </p:cNvPr>
          <p:cNvSpPr/>
          <p:nvPr/>
        </p:nvSpPr>
        <p:spPr>
          <a:xfrm>
            <a:off x="457200" y="2880360"/>
            <a:ext cx="8229600" cy="502920"/>
          </a:xfrm>
          <a:prstGeom prst="rect">
            <a:avLst/>
          </a:prstGeom>
          <a:solidFill>
            <a:srgbClr val="162236"/>
          </a:solidFill>
          <a:ln/>
        </p:spPr>
        <p:txBody>
          <a:bodyPr/>
          <a:lstStyle/>
          <a:p>
            <a:endParaRPr lang="en-US"/>
          </a:p>
        </p:txBody>
      </p:sp>
      <p:sp>
        <p:nvSpPr>
          <p:cNvPr id="113" name="Shape 18">
            <a:extLst>
              <a:ext uri="{FF2B5EF4-FFF2-40B4-BE49-F238E27FC236}">
                <a16:creationId xmlns:a16="http://schemas.microsoft.com/office/drawing/2014/main" id="{FB12387B-2973-E465-9264-10DADBAE34C8}"/>
              </a:ext>
            </a:extLst>
          </p:cNvPr>
          <p:cNvSpPr/>
          <p:nvPr/>
        </p:nvSpPr>
        <p:spPr>
          <a:xfrm>
            <a:off x="457200" y="2880360"/>
            <a:ext cx="54864" cy="502920"/>
          </a:xfrm>
          <a:prstGeom prst="rect">
            <a:avLst/>
          </a:prstGeom>
          <a:solidFill>
            <a:srgbClr val="3B82F6"/>
          </a:solidFill>
          <a:ln/>
        </p:spPr>
        <p:txBody>
          <a:bodyPr/>
          <a:lstStyle/>
          <a:p>
            <a:endParaRPr lang="en-US"/>
          </a:p>
        </p:txBody>
      </p:sp>
      <p:sp>
        <p:nvSpPr>
          <p:cNvPr id="114" name="Text 19">
            <a:extLst>
              <a:ext uri="{FF2B5EF4-FFF2-40B4-BE49-F238E27FC236}">
                <a16:creationId xmlns:a16="http://schemas.microsoft.com/office/drawing/2014/main" id="{F640228E-2D8D-BFB1-192D-682BDB7FA585}"/>
              </a:ext>
            </a:extLst>
          </p:cNvPr>
          <p:cNvSpPr/>
          <p:nvPr/>
        </p:nvSpPr>
        <p:spPr>
          <a:xfrm>
            <a:off x="640080" y="2880360"/>
            <a:ext cx="3200400" cy="502920"/>
          </a:xfrm>
          <a:prstGeom prst="rect">
            <a:avLst/>
          </a:prstGeom>
          <a:noFill/>
          <a:ln/>
        </p:spPr>
        <p:txBody>
          <a:bodyPr wrap="square" lIns="0" tIns="0" rIns="0" bIns="0" rtlCol="0" anchor="ctr"/>
          <a:lstStyle/>
          <a:p>
            <a:pPr marL="0" indent="0">
              <a:buNone/>
            </a:pPr>
            <a:r>
              <a:rPr lang="en-US" sz="1100" b="1" dirty="0">
                <a:solidFill>
                  <a:srgbClr val="F0F4F8"/>
                </a:solidFill>
                <a:latin typeface="Calibri" pitchFamily="34" charset="0"/>
                <a:ea typeface="Calibri" pitchFamily="34" charset="-122"/>
                <a:cs typeface="Calibri" pitchFamily="34" charset="-120"/>
              </a:rPr>
              <a:t>Defenders (SOC Analyst)</a:t>
            </a:r>
            <a:endParaRPr lang="en-US" sz="1100" dirty="0"/>
          </a:p>
        </p:txBody>
      </p:sp>
      <p:sp>
        <p:nvSpPr>
          <p:cNvPr id="115" name="Text 20">
            <a:extLst>
              <a:ext uri="{FF2B5EF4-FFF2-40B4-BE49-F238E27FC236}">
                <a16:creationId xmlns:a16="http://schemas.microsoft.com/office/drawing/2014/main" id="{81F0F50B-5F5B-6384-1D49-573D0532DF87}"/>
              </a:ext>
            </a:extLst>
          </p:cNvPr>
          <p:cNvSpPr/>
          <p:nvPr/>
        </p:nvSpPr>
        <p:spPr>
          <a:xfrm>
            <a:off x="3840480" y="2880360"/>
            <a:ext cx="2286000" cy="502920"/>
          </a:xfrm>
          <a:prstGeom prst="rect">
            <a:avLst/>
          </a:prstGeom>
          <a:noFill/>
          <a:ln/>
        </p:spPr>
        <p:txBody>
          <a:bodyPr wrap="square" lIns="0" tIns="0" rIns="0" bIns="0" rtlCol="0" anchor="ctr"/>
          <a:lstStyle/>
          <a:p>
            <a:pPr marL="0" indent="0">
              <a:buNone/>
            </a:pPr>
            <a:r>
              <a:rPr lang="en-US" sz="1300" b="1" dirty="0">
                <a:solidFill>
                  <a:srgbClr val="3B82F6"/>
                </a:solidFill>
                <a:latin typeface="Trebuchet MS" pitchFamily="34" charset="0"/>
                <a:ea typeface="Trebuchet MS" pitchFamily="34" charset="-122"/>
                <a:cs typeface="Trebuchet MS" pitchFamily="34" charset="-120"/>
              </a:rPr>
              <a:t>$75K - $120K</a:t>
            </a:r>
            <a:endParaRPr lang="en-US" sz="1300" dirty="0"/>
          </a:p>
        </p:txBody>
      </p:sp>
      <p:sp>
        <p:nvSpPr>
          <p:cNvPr id="116" name="Text 21">
            <a:extLst>
              <a:ext uri="{FF2B5EF4-FFF2-40B4-BE49-F238E27FC236}">
                <a16:creationId xmlns:a16="http://schemas.microsoft.com/office/drawing/2014/main" id="{C26AE7B2-7D92-AFE3-8053-D2619F60610F}"/>
              </a:ext>
            </a:extLst>
          </p:cNvPr>
          <p:cNvSpPr/>
          <p:nvPr/>
        </p:nvSpPr>
        <p:spPr>
          <a:xfrm>
            <a:off x="6126480" y="2880360"/>
            <a:ext cx="256032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Most entry-level openings, clear ladder</a:t>
            </a:r>
            <a:endParaRPr lang="en-US" sz="1000" dirty="0"/>
          </a:p>
        </p:txBody>
      </p:sp>
      <p:sp>
        <p:nvSpPr>
          <p:cNvPr id="117" name="Shape 22">
            <a:extLst>
              <a:ext uri="{FF2B5EF4-FFF2-40B4-BE49-F238E27FC236}">
                <a16:creationId xmlns:a16="http://schemas.microsoft.com/office/drawing/2014/main" id="{A532EFEE-4D07-4467-D9C8-AF3D895518B6}"/>
              </a:ext>
            </a:extLst>
          </p:cNvPr>
          <p:cNvSpPr/>
          <p:nvPr/>
        </p:nvSpPr>
        <p:spPr>
          <a:xfrm>
            <a:off x="457200" y="3474720"/>
            <a:ext cx="8229600" cy="502920"/>
          </a:xfrm>
          <a:prstGeom prst="rect">
            <a:avLst/>
          </a:prstGeom>
          <a:solidFill>
            <a:srgbClr val="0F1B2D"/>
          </a:solidFill>
          <a:ln/>
        </p:spPr>
        <p:txBody>
          <a:bodyPr/>
          <a:lstStyle/>
          <a:p>
            <a:endParaRPr lang="en-US"/>
          </a:p>
        </p:txBody>
      </p:sp>
      <p:sp>
        <p:nvSpPr>
          <p:cNvPr id="118" name="Shape 23">
            <a:extLst>
              <a:ext uri="{FF2B5EF4-FFF2-40B4-BE49-F238E27FC236}">
                <a16:creationId xmlns:a16="http://schemas.microsoft.com/office/drawing/2014/main" id="{30E94471-A0FD-9485-E643-D920566D1533}"/>
              </a:ext>
            </a:extLst>
          </p:cNvPr>
          <p:cNvSpPr/>
          <p:nvPr/>
        </p:nvSpPr>
        <p:spPr>
          <a:xfrm>
            <a:off x="457200" y="3474720"/>
            <a:ext cx="54864" cy="502920"/>
          </a:xfrm>
          <a:prstGeom prst="rect">
            <a:avLst/>
          </a:prstGeom>
          <a:solidFill>
            <a:srgbClr val="F59E0B"/>
          </a:solidFill>
          <a:ln/>
        </p:spPr>
        <p:txBody>
          <a:bodyPr/>
          <a:lstStyle/>
          <a:p>
            <a:endParaRPr lang="en-US"/>
          </a:p>
        </p:txBody>
      </p:sp>
      <p:sp>
        <p:nvSpPr>
          <p:cNvPr id="119" name="Text 24">
            <a:extLst>
              <a:ext uri="{FF2B5EF4-FFF2-40B4-BE49-F238E27FC236}">
                <a16:creationId xmlns:a16="http://schemas.microsoft.com/office/drawing/2014/main" id="{183B32F9-FE26-299D-B0A5-D5A110745B81}"/>
              </a:ext>
            </a:extLst>
          </p:cNvPr>
          <p:cNvSpPr/>
          <p:nvPr/>
        </p:nvSpPr>
        <p:spPr>
          <a:xfrm>
            <a:off x="640080" y="3474720"/>
            <a:ext cx="3200400" cy="502920"/>
          </a:xfrm>
          <a:prstGeom prst="rect">
            <a:avLst/>
          </a:prstGeom>
          <a:noFill/>
          <a:ln/>
        </p:spPr>
        <p:txBody>
          <a:bodyPr wrap="square" lIns="0" tIns="0" rIns="0" bIns="0" rtlCol="0" anchor="ctr"/>
          <a:lstStyle/>
          <a:p>
            <a:pPr marL="0" indent="0">
              <a:buNone/>
            </a:pPr>
            <a:r>
              <a:rPr lang="en-US" sz="1100" b="1" dirty="0">
                <a:solidFill>
                  <a:srgbClr val="F0F4F8"/>
                </a:solidFill>
                <a:latin typeface="Calibri" pitchFamily="34" charset="0"/>
                <a:ea typeface="Calibri" pitchFamily="34" charset="-122"/>
                <a:cs typeface="Calibri" pitchFamily="34" charset="-120"/>
              </a:rPr>
              <a:t>Governors (GRC Analyst)</a:t>
            </a:r>
            <a:endParaRPr lang="en-US" sz="1100" dirty="0"/>
          </a:p>
        </p:txBody>
      </p:sp>
      <p:sp>
        <p:nvSpPr>
          <p:cNvPr id="120" name="Text 25">
            <a:extLst>
              <a:ext uri="{FF2B5EF4-FFF2-40B4-BE49-F238E27FC236}">
                <a16:creationId xmlns:a16="http://schemas.microsoft.com/office/drawing/2014/main" id="{2E716591-FE76-6F30-FE70-25B4C6E1BE50}"/>
              </a:ext>
            </a:extLst>
          </p:cNvPr>
          <p:cNvSpPr/>
          <p:nvPr/>
        </p:nvSpPr>
        <p:spPr>
          <a:xfrm>
            <a:off x="3840480" y="3474720"/>
            <a:ext cx="2286000" cy="5029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$80K - $115K</a:t>
            </a:r>
            <a:endParaRPr lang="en-US" sz="1300" dirty="0"/>
          </a:p>
        </p:txBody>
      </p:sp>
      <p:sp>
        <p:nvSpPr>
          <p:cNvPr id="121" name="Text 26">
            <a:extLst>
              <a:ext uri="{FF2B5EF4-FFF2-40B4-BE49-F238E27FC236}">
                <a16:creationId xmlns:a16="http://schemas.microsoft.com/office/drawing/2014/main" id="{2C8F6990-580A-E77E-031E-91FD99594947}"/>
              </a:ext>
            </a:extLst>
          </p:cNvPr>
          <p:cNvSpPr/>
          <p:nvPr/>
        </p:nvSpPr>
        <p:spPr>
          <a:xfrm>
            <a:off x="6126480" y="3474720"/>
            <a:ext cx="256032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Huge volume of openings, underrated path</a:t>
            </a:r>
            <a:endParaRPr lang="en-US" sz="1000" dirty="0"/>
          </a:p>
        </p:txBody>
      </p:sp>
      <p:sp>
        <p:nvSpPr>
          <p:cNvPr id="122" name="Shape 27">
            <a:extLst>
              <a:ext uri="{FF2B5EF4-FFF2-40B4-BE49-F238E27FC236}">
                <a16:creationId xmlns:a16="http://schemas.microsoft.com/office/drawing/2014/main" id="{793D2401-462D-5876-79EA-9D448480FA67}"/>
              </a:ext>
            </a:extLst>
          </p:cNvPr>
          <p:cNvSpPr/>
          <p:nvPr/>
        </p:nvSpPr>
        <p:spPr>
          <a:xfrm>
            <a:off x="457200" y="4069080"/>
            <a:ext cx="8229600" cy="502920"/>
          </a:xfrm>
          <a:prstGeom prst="rect">
            <a:avLst/>
          </a:prstGeom>
          <a:solidFill>
            <a:srgbClr val="162236"/>
          </a:solidFill>
          <a:ln/>
        </p:spPr>
        <p:txBody>
          <a:bodyPr/>
          <a:lstStyle/>
          <a:p>
            <a:endParaRPr lang="en-US"/>
          </a:p>
        </p:txBody>
      </p:sp>
      <p:sp>
        <p:nvSpPr>
          <p:cNvPr id="123" name="Shape 28">
            <a:extLst>
              <a:ext uri="{FF2B5EF4-FFF2-40B4-BE49-F238E27FC236}">
                <a16:creationId xmlns:a16="http://schemas.microsoft.com/office/drawing/2014/main" id="{7FB821AE-B549-8F4E-83C2-3BD6121022FC}"/>
              </a:ext>
            </a:extLst>
          </p:cNvPr>
          <p:cNvSpPr/>
          <p:nvPr/>
        </p:nvSpPr>
        <p:spPr>
          <a:xfrm>
            <a:off x="457200" y="4069080"/>
            <a:ext cx="54864" cy="502920"/>
          </a:xfrm>
          <a:prstGeom prst="rect">
            <a:avLst/>
          </a:prstGeom>
          <a:solidFill>
            <a:srgbClr val="10B981"/>
          </a:solidFill>
          <a:ln/>
        </p:spPr>
        <p:txBody>
          <a:bodyPr/>
          <a:lstStyle/>
          <a:p>
            <a:endParaRPr lang="en-US"/>
          </a:p>
        </p:txBody>
      </p:sp>
      <p:sp>
        <p:nvSpPr>
          <p:cNvPr id="124" name="Text 29">
            <a:extLst>
              <a:ext uri="{FF2B5EF4-FFF2-40B4-BE49-F238E27FC236}">
                <a16:creationId xmlns:a16="http://schemas.microsoft.com/office/drawing/2014/main" id="{57E9E591-B047-73B1-0D27-3C70C2F8DDAC}"/>
              </a:ext>
            </a:extLst>
          </p:cNvPr>
          <p:cNvSpPr/>
          <p:nvPr/>
        </p:nvSpPr>
        <p:spPr>
          <a:xfrm>
            <a:off x="640080" y="4069080"/>
            <a:ext cx="3200400" cy="502920"/>
          </a:xfrm>
          <a:prstGeom prst="rect">
            <a:avLst/>
          </a:prstGeom>
          <a:noFill/>
          <a:ln/>
        </p:spPr>
        <p:txBody>
          <a:bodyPr wrap="square" lIns="0" tIns="0" rIns="0" bIns="0" rtlCol="0" anchor="ctr"/>
          <a:lstStyle/>
          <a:p>
            <a:pPr marL="0" indent="0">
              <a:buNone/>
            </a:pPr>
            <a:r>
              <a:rPr lang="en-US" sz="1100" b="1" dirty="0">
                <a:solidFill>
                  <a:srgbClr val="F0F4F8"/>
                </a:solidFill>
                <a:latin typeface="Calibri" pitchFamily="34" charset="0"/>
                <a:ea typeface="Calibri" pitchFamily="34" charset="-122"/>
                <a:cs typeface="Calibri" pitchFamily="34" charset="-120"/>
              </a:rPr>
              <a:t>Cloud Security Engineer</a:t>
            </a:r>
            <a:endParaRPr lang="en-US" sz="1100" dirty="0"/>
          </a:p>
        </p:txBody>
      </p:sp>
      <p:sp>
        <p:nvSpPr>
          <p:cNvPr id="125" name="Text 30">
            <a:extLst>
              <a:ext uri="{FF2B5EF4-FFF2-40B4-BE49-F238E27FC236}">
                <a16:creationId xmlns:a16="http://schemas.microsoft.com/office/drawing/2014/main" id="{6E740E60-5258-0828-7547-7D37EA66E6B7}"/>
              </a:ext>
            </a:extLst>
          </p:cNvPr>
          <p:cNvSpPr/>
          <p:nvPr/>
        </p:nvSpPr>
        <p:spPr>
          <a:xfrm>
            <a:off x="3840480" y="4069080"/>
            <a:ext cx="2286000" cy="502920"/>
          </a:xfrm>
          <a:prstGeom prst="rect">
            <a:avLst/>
          </a:prstGeom>
          <a:noFill/>
          <a:ln/>
        </p:spPr>
        <p:txBody>
          <a:bodyPr wrap="square" lIns="0" tIns="0" rIns="0" bIns="0" rtlCol="0" anchor="ctr"/>
          <a:lstStyle/>
          <a:p>
            <a:pPr marL="0" indent="0">
              <a:buNone/>
            </a:pPr>
            <a:r>
              <a:rPr lang="en-US" sz="1300" b="1" dirty="0">
                <a:solidFill>
                  <a:srgbClr val="10B981"/>
                </a:solidFill>
                <a:latin typeface="Trebuchet MS" pitchFamily="34" charset="0"/>
                <a:ea typeface="Trebuchet MS" pitchFamily="34" charset="-122"/>
                <a:cs typeface="Trebuchet MS" pitchFamily="34" charset="-120"/>
              </a:rPr>
              <a:t>$120K - $175K</a:t>
            </a:r>
            <a:endParaRPr lang="en-US" sz="1300" dirty="0"/>
          </a:p>
        </p:txBody>
      </p:sp>
      <p:sp>
        <p:nvSpPr>
          <p:cNvPr id="126" name="Text 31">
            <a:extLst>
              <a:ext uri="{FF2B5EF4-FFF2-40B4-BE49-F238E27FC236}">
                <a16:creationId xmlns:a16="http://schemas.microsoft.com/office/drawing/2014/main" id="{D4A6E710-2AAC-52BB-2F86-CE972E61C5B5}"/>
              </a:ext>
            </a:extLst>
          </p:cNvPr>
          <p:cNvSpPr/>
          <p:nvPr/>
        </p:nvSpPr>
        <p:spPr>
          <a:xfrm>
            <a:off x="6126480" y="4069080"/>
            <a:ext cx="256032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Hardest to fill, highest ceiling</a:t>
            </a:r>
            <a:endParaRPr lang="en-US" sz="1000" dirty="0"/>
          </a:p>
        </p:txBody>
      </p:sp>
    </p:spTree>
    <p:extLst>
      <p:ext uri="{BB962C8B-B14F-4D97-AF65-F5344CB8AC3E}">
        <p14:creationId xmlns:p14="http://schemas.microsoft.com/office/powerpoint/2010/main" val="2051784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B9EA2"/>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 Day in the Life</a:t>
            </a:r>
            <a:endParaRPr lang="en-US" sz="2800" dirty="0"/>
          </a:p>
        </p:txBody>
      </p:sp>
      <p:sp>
        <p:nvSpPr>
          <p:cNvPr id="4" name="Text 2"/>
          <p:cNvSpPr/>
          <p:nvPr/>
        </p:nvSpPr>
        <p:spPr>
          <a:xfrm>
            <a:off x="548640" y="594360"/>
            <a:ext cx="6400800" cy="228600"/>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What these roles actually look like, hour by hour.</a:t>
            </a:r>
            <a:endParaRPr lang="en-US" sz="1200" dirty="0"/>
          </a:p>
        </p:txBody>
      </p:sp>
      <p:sp>
        <p:nvSpPr>
          <p:cNvPr id="5" name="Shape 3"/>
          <p:cNvSpPr/>
          <p:nvPr/>
        </p:nvSpPr>
        <p:spPr>
          <a:xfrm>
            <a:off x="411480" y="960120"/>
            <a:ext cx="2651760" cy="1828800"/>
          </a:xfrm>
          <a:prstGeom prst="rect">
            <a:avLst/>
          </a:prstGeom>
          <a:solidFill>
            <a:srgbClr val="182635"/>
          </a:solidFill>
          <a:ln/>
        </p:spPr>
        <p:txBody>
          <a:bodyPr/>
          <a:lstStyle/>
          <a:p>
            <a:endParaRPr lang="en-US"/>
          </a:p>
        </p:txBody>
      </p:sp>
      <p:sp>
        <p:nvSpPr>
          <p:cNvPr id="6" name="Shape 4"/>
          <p:cNvSpPr/>
          <p:nvPr/>
        </p:nvSpPr>
        <p:spPr>
          <a:xfrm>
            <a:off x="411480" y="960120"/>
            <a:ext cx="45720" cy="1828800"/>
          </a:xfrm>
          <a:prstGeom prst="rect">
            <a:avLst/>
          </a:prstGeom>
          <a:solidFill>
            <a:srgbClr val="3B82F6"/>
          </a:solidFill>
          <a:ln/>
        </p:spPr>
        <p:txBody>
          <a:bodyPr/>
          <a:lstStyle/>
          <a:p>
            <a:endParaRPr lang="en-US"/>
          </a:p>
        </p:txBody>
      </p:sp>
      <p:sp>
        <p:nvSpPr>
          <p:cNvPr id="7" name="Text 5"/>
          <p:cNvSpPr/>
          <p:nvPr/>
        </p:nvSpPr>
        <p:spPr>
          <a:xfrm>
            <a:off x="594360" y="1005840"/>
            <a:ext cx="2286000" cy="274320"/>
          </a:xfrm>
          <a:prstGeom prst="rect">
            <a:avLst/>
          </a:prstGeom>
          <a:noFill/>
          <a:ln/>
        </p:spPr>
        <p:txBody>
          <a:bodyPr wrap="square" lIns="0" tIns="0" rIns="0" bIns="0" rtlCol="0" anchor="ctr"/>
          <a:lstStyle/>
          <a:p>
            <a:pPr marL="0" indent="0">
              <a:buNone/>
            </a:pPr>
            <a:r>
              <a:rPr lang="en-US" sz="1150" b="1" dirty="0">
                <a:solidFill>
                  <a:srgbClr val="3B82F6"/>
                </a:solidFill>
                <a:latin typeface="Trebuchet MS" pitchFamily="34" charset="0"/>
                <a:ea typeface="Trebuchet MS" pitchFamily="34" charset="-122"/>
                <a:cs typeface="Trebuchet MS" pitchFamily="34" charset="-120"/>
              </a:rPr>
              <a:t>SOC Analyst</a:t>
            </a:r>
            <a:endParaRPr lang="en-US" sz="1150" dirty="0"/>
          </a:p>
        </p:txBody>
      </p:sp>
      <p:sp>
        <p:nvSpPr>
          <p:cNvPr id="8" name="Text 6"/>
          <p:cNvSpPr/>
          <p:nvPr/>
        </p:nvSpPr>
        <p:spPr>
          <a:xfrm>
            <a:off x="594360" y="132588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Review overnight alerts in Splunk</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Investigate phishing reported by employee</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Update detection rules</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Shift handoff briefing</a:t>
            </a:r>
            <a:endParaRPr lang="en-US" sz="900" dirty="0"/>
          </a:p>
        </p:txBody>
      </p:sp>
      <p:sp>
        <p:nvSpPr>
          <p:cNvPr id="9" name="Shape 7"/>
          <p:cNvSpPr/>
          <p:nvPr/>
        </p:nvSpPr>
        <p:spPr>
          <a:xfrm>
            <a:off x="3246120" y="960120"/>
            <a:ext cx="2651760" cy="1828800"/>
          </a:xfrm>
          <a:prstGeom prst="rect">
            <a:avLst/>
          </a:prstGeom>
          <a:solidFill>
            <a:srgbClr val="182635"/>
          </a:solidFill>
          <a:ln/>
        </p:spPr>
        <p:txBody>
          <a:bodyPr/>
          <a:lstStyle/>
          <a:p>
            <a:endParaRPr lang="en-US"/>
          </a:p>
        </p:txBody>
      </p:sp>
      <p:sp>
        <p:nvSpPr>
          <p:cNvPr id="10" name="Shape 8"/>
          <p:cNvSpPr/>
          <p:nvPr/>
        </p:nvSpPr>
        <p:spPr>
          <a:xfrm>
            <a:off x="3246120" y="960120"/>
            <a:ext cx="45720" cy="1828800"/>
          </a:xfrm>
          <a:prstGeom prst="rect">
            <a:avLst/>
          </a:prstGeom>
          <a:solidFill>
            <a:srgbClr val="F7B267"/>
          </a:solidFill>
          <a:ln/>
        </p:spPr>
        <p:txBody>
          <a:bodyPr/>
          <a:lstStyle/>
          <a:p>
            <a:endParaRPr lang="en-US"/>
          </a:p>
        </p:txBody>
      </p:sp>
      <p:sp>
        <p:nvSpPr>
          <p:cNvPr id="11" name="Text 9"/>
          <p:cNvSpPr/>
          <p:nvPr/>
        </p:nvSpPr>
        <p:spPr>
          <a:xfrm>
            <a:off x="3429000" y="1005840"/>
            <a:ext cx="2286000" cy="274320"/>
          </a:xfrm>
          <a:prstGeom prst="rect">
            <a:avLst/>
          </a:prstGeom>
          <a:noFill/>
          <a:ln/>
        </p:spPr>
        <p:txBody>
          <a:bodyPr wrap="square" lIns="0" tIns="0" rIns="0" bIns="0" rtlCol="0" anchor="ctr"/>
          <a:lstStyle/>
          <a:p>
            <a:pPr marL="0" indent="0">
              <a:buNone/>
            </a:pPr>
            <a:r>
              <a:rPr lang="en-US" sz="1150" b="1" dirty="0">
                <a:solidFill>
                  <a:srgbClr val="F7B267"/>
                </a:solidFill>
                <a:latin typeface="Trebuchet MS" pitchFamily="34" charset="0"/>
                <a:ea typeface="Trebuchet MS" pitchFamily="34" charset="-122"/>
                <a:cs typeface="Trebuchet MS" pitchFamily="34" charset="-120"/>
              </a:rPr>
              <a:t>GRC Analyst</a:t>
            </a:r>
            <a:endParaRPr lang="en-US" sz="1150" dirty="0"/>
          </a:p>
        </p:txBody>
      </p:sp>
      <p:sp>
        <p:nvSpPr>
          <p:cNvPr id="12" name="Text 10"/>
          <p:cNvSpPr/>
          <p:nvPr/>
        </p:nvSpPr>
        <p:spPr>
          <a:xfrm>
            <a:off x="3429000" y="132588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Collect evidence for SOC 2 audit</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Review vendor risk questionnaire</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Update control mapping spreadsheet</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Draft policy update for change management</a:t>
            </a:r>
            <a:endParaRPr lang="en-US" sz="900" dirty="0"/>
          </a:p>
        </p:txBody>
      </p:sp>
      <p:sp>
        <p:nvSpPr>
          <p:cNvPr id="13" name="Shape 11"/>
          <p:cNvSpPr/>
          <p:nvPr/>
        </p:nvSpPr>
        <p:spPr>
          <a:xfrm>
            <a:off x="6080760" y="960120"/>
            <a:ext cx="2651760" cy="1828800"/>
          </a:xfrm>
          <a:prstGeom prst="rect">
            <a:avLst/>
          </a:prstGeom>
          <a:solidFill>
            <a:srgbClr val="182635"/>
          </a:solidFill>
          <a:ln/>
        </p:spPr>
        <p:txBody>
          <a:bodyPr/>
          <a:lstStyle/>
          <a:p>
            <a:endParaRPr lang="en-US"/>
          </a:p>
        </p:txBody>
      </p:sp>
      <p:sp>
        <p:nvSpPr>
          <p:cNvPr id="14" name="Shape 12"/>
          <p:cNvSpPr/>
          <p:nvPr/>
        </p:nvSpPr>
        <p:spPr>
          <a:xfrm>
            <a:off x="6080760" y="960120"/>
            <a:ext cx="45720" cy="1828800"/>
          </a:xfrm>
          <a:prstGeom prst="rect">
            <a:avLst/>
          </a:prstGeom>
          <a:solidFill>
            <a:srgbClr val="E8553D"/>
          </a:solidFill>
          <a:ln/>
        </p:spPr>
        <p:txBody>
          <a:bodyPr/>
          <a:lstStyle/>
          <a:p>
            <a:endParaRPr lang="en-US"/>
          </a:p>
        </p:txBody>
      </p:sp>
      <p:sp>
        <p:nvSpPr>
          <p:cNvPr id="15" name="Text 13"/>
          <p:cNvSpPr/>
          <p:nvPr/>
        </p:nvSpPr>
        <p:spPr>
          <a:xfrm>
            <a:off x="6263640" y="1005840"/>
            <a:ext cx="2286000" cy="274320"/>
          </a:xfrm>
          <a:prstGeom prst="rect">
            <a:avLst/>
          </a:prstGeom>
          <a:noFill/>
          <a:ln/>
        </p:spPr>
        <p:txBody>
          <a:bodyPr wrap="square" lIns="0" tIns="0" rIns="0" bIns="0" rtlCol="0" anchor="ctr"/>
          <a:lstStyle/>
          <a:p>
            <a:pPr marL="0" indent="0">
              <a:buNone/>
            </a:pPr>
            <a:r>
              <a:rPr lang="en-US" sz="1150" b="1" dirty="0">
                <a:solidFill>
                  <a:srgbClr val="E8553D"/>
                </a:solidFill>
                <a:latin typeface="Trebuchet MS" pitchFamily="34" charset="0"/>
                <a:ea typeface="Trebuchet MS" pitchFamily="34" charset="-122"/>
                <a:cs typeface="Trebuchet MS" pitchFamily="34" charset="-120"/>
              </a:rPr>
              <a:t>Pen Tester</a:t>
            </a:r>
            <a:endParaRPr lang="en-US" sz="1150" dirty="0"/>
          </a:p>
        </p:txBody>
      </p:sp>
      <p:sp>
        <p:nvSpPr>
          <p:cNvPr id="16" name="Text 14"/>
          <p:cNvSpPr/>
          <p:nvPr/>
        </p:nvSpPr>
        <p:spPr>
          <a:xfrm>
            <a:off x="6263640" y="132588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Scope and plan external assessment</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Run automated scan + manual recon</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Exploit discovered vulnerability</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Document findings for client report</a:t>
            </a:r>
            <a:endParaRPr lang="en-US" sz="900" dirty="0"/>
          </a:p>
        </p:txBody>
      </p:sp>
      <p:sp>
        <p:nvSpPr>
          <p:cNvPr id="17" name="Shape 15"/>
          <p:cNvSpPr/>
          <p:nvPr/>
        </p:nvSpPr>
        <p:spPr>
          <a:xfrm>
            <a:off x="411480" y="2926080"/>
            <a:ext cx="2651760" cy="1828800"/>
          </a:xfrm>
          <a:prstGeom prst="rect">
            <a:avLst/>
          </a:prstGeom>
          <a:solidFill>
            <a:srgbClr val="182635"/>
          </a:solidFill>
          <a:ln/>
        </p:spPr>
        <p:txBody>
          <a:bodyPr/>
          <a:lstStyle/>
          <a:p>
            <a:endParaRPr lang="en-US"/>
          </a:p>
        </p:txBody>
      </p:sp>
      <p:sp>
        <p:nvSpPr>
          <p:cNvPr id="18" name="Shape 16"/>
          <p:cNvSpPr/>
          <p:nvPr/>
        </p:nvSpPr>
        <p:spPr>
          <a:xfrm>
            <a:off x="411480" y="2926080"/>
            <a:ext cx="45720" cy="1828800"/>
          </a:xfrm>
          <a:prstGeom prst="rect">
            <a:avLst/>
          </a:prstGeom>
          <a:solidFill>
            <a:srgbClr val="2B9EA2"/>
          </a:solidFill>
          <a:ln/>
        </p:spPr>
        <p:txBody>
          <a:bodyPr/>
          <a:lstStyle/>
          <a:p>
            <a:endParaRPr lang="en-US"/>
          </a:p>
        </p:txBody>
      </p:sp>
      <p:sp>
        <p:nvSpPr>
          <p:cNvPr id="19" name="Text 17"/>
          <p:cNvSpPr/>
          <p:nvPr/>
        </p:nvSpPr>
        <p:spPr>
          <a:xfrm>
            <a:off x="594360" y="2971800"/>
            <a:ext cx="2286000" cy="274320"/>
          </a:xfrm>
          <a:prstGeom prst="rect">
            <a:avLst/>
          </a:prstGeom>
          <a:noFill/>
          <a:ln/>
        </p:spPr>
        <p:txBody>
          <a:bodyPr wrap="square" lIns="0" tIns="0" rIns="0" bIns="0" rtlCol="0" anchor="ctr"/>
          <a:lstStyle/>
          <a:p>
            <a:pPr marL="0" indent="0">
              <a:buNone/>
            </a:pPr>
            <a:r>
              <a:rPr lang="en-US" sz="1150" b="1" dirty="0">
                <a:solidFill>
                  <a:srgbClr val="2B9EA2"/>
                </a:solidFill>
                <a:latin typeface="Trebuchet MS" pitchFamily="34" charset="0"/>
                <a:ea typeface="Trebuchet MS" pitchFamily="34" charset="-122"/>
                <a:cs typeface="Trebuchet MS" pitchFamily="34" charset="-120"/>
              </a:rPr>
              <a:t>Cloud Security Engineer</a:t>
            </a:r>
            <a:endParaRPr lang="en-US" sz="1150" dirty="0"/>
          </a:p>
        </p:txBody>
      </p:sp>
      <p:sp>
        <p:nvSpPr>
          <p:cNvPr id="20" name="Text 18"/>
          <p:cNvSpPr/>
          <p:nvPr/>
        </p:nvSpPr>
        <p:spPr>
          <a:xfrm>
            <a:off x="594360" y="329184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Review IAM policy changes in AWS</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Investigate S3 bucket misconfiguration</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Build Terraform module with guardrails</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Update CI/CD pipeline security checks</a:t>
            </a:r>
            <a:endParaRPr lang="en-US" sz="900" dirty="0"/>
          </a:p>
        </p:txBody>
      </p:sp>
      <p:sp>
        <p:nvSpPr>
          <p:cNvPr id="21" name="Shape 19"/>
          <p:cNvSpPr/>
          <p:nvPr/>
        </p:nvSpPr>
        <p:spPr>
          <a:xfrm>
            <a:off x="3246120" y="2926080"/>
            <a:ext cx="2651760" cy="1828800"/>
          </a:xfrm>
          <a:prstGeom prst="rect">
            <a:avLst/>
          </a:prstGeom>
          <a:solidFill>
            <a:srgbClr val="182635"/>
          </a:solidFill>
          <a:ln/>
        </p:spPr>
        <p:txBody>
          <a:bodyPr/>
          <a:lstStyle/>
          <a:p>
            <a:endParaRPr lang="en-US"/>
          </a:p>
        </p:txBody>
      </p:sp>
      <p:sp>
        <p:nvSpPr>
          <p:cNvPr id="22" name="Shape 20"/>
          <p:cNvSpPr/>
          <p:nvPr/>
        </p:nvSpPr>
        <p:spPr>
          <a:xfrm>
            <a:off x="3246120" y="2926080"/>
            <a:ext cx="45720" cy="1828800"/>
          </a:xfrm>
          <a:prstGeom prst="rect">
            <a:avLst/>
          </a:prstGeom>
          <a:solidFill>
            <a:srgbClr val="3B82F6"/>
          </a:solidFill>
          <a:ln/>
        </p:spPr>
        <p:txBody>
          <a:bodyPr/>
          <a:lstStyle/>
          <a:p>
            <a:endParaRPr lang="en-US"/>
          </a:p>
        </p:txBody>
      </p:sp>
      <p:sp>
        <p:nvSpPr>
          <p:cNvPr id="23" name="Text 21"/>
          <p:cNvSpPr/>
          <p:nvPr/>
        </p:nvSpPr>
        <p:spPr>
          <a:xfrm>
            <a:off x="3429000" y="2971800"/>
            <a:ext cx="2286000" cy="274320"/>
          </a:xfrm>
          <a:prstGeom prst="rect">
            <a:avLst/>
          </a:prstGeom>
          <a:noFill/>
          <a:ln/>
        </p:spPr>
        <p:txBody>
          <a:bodyPr wrap="square" lIns="0" tIns="0" rIns="0" bIns="0" rtlCol="0" anchor="ctr"/>
          <a:lstStyle/>
          <a:p>
            <a:pPr marL="0" indent="0">
              <a:buNone/>
            </a:pPr>
            <a:r>
              <a:rPr lang="en-US" sz="1150" b="1" dirty="0">
                <a:solidFill>
                  <a:srgbClr val="3B82F6"/>
                </a:solidFill>
                <a:latin typeface="Trebuchet MS" pitchFamily="34" charset="0"/>
                <a:ea typeface="Trebuchet MS" pitchFamily="34" charset="-122"/>
                <a:cs typeface="Trebuchet MS" pitchFamily="34" charset="-120"/>
              </a:rPr>
              <a:t>Incident Responder</a:t>
            </a:r>
            <a:endParaRPr lang="en-US" sz="1150" dirty="0"/>
          </a:p>
        </p:txBody>
      </p:sp>
      <p:sp>
        <p:nvSpPr>
          <p:cNvPr id="24" name="Text 22"/>
          <p:cNvSpPr/>
          <p:nvPr/>
        </p:nvSpPr>
        <p:spPr>
          <a:xfrm>
            <a:off x="3429000" y="329184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(On-call) Ransomware alert triggered</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Isolate affected endpoints, begin forensics</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Coordinate with legal and leadership</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Write incident report and lessons learned</a:t>
            </a:r>
            <a:endParaRPr lang="en-US" sz="900" dirty="0"/>
          </a:p>
        </p:txBody>
      </p:sp>
      <p:sp>
        <p:nvSpPr>
          <p:cNvPr id="25" name="Shape 23"/>
          <p:cNvSpPr/>
          <p:nvPr/>
        </p:nvSpPr>
        <p:spPr>
          <a:xfrm>
            <a:off x="6080760" y="2926080"/>
            <a:ext cx="2651760" cy="1828800"/>
          </a:xfrm>
          <a:prstGeom prst="rect">
            <a:avLst/>
          </a:prstGeom>
          <a:solidFill>
            <a:srgbClr val="182635"/>
          </a:solidFill>
          <a:ln/>
        </p:spPr>
        <p:txBody>
          <a:bodyPr/>
          <a:lstStyle/>
          <a:p>
            <a:endParaRPr lang="en-US"/>
          </a:p>
        </p:txBody>
      </p:sp>
      <p:sp>
        <p:nvSpPr>
          <p:cNvPr id="26" name="Shape 24"/>
          <p:cNvSpPr/>
          <p:nvPr/>
        </p:nvSpPr>
        <p:spPr>
          <a:xfrm>
            <a:off x="6080760" y="2926080"/>
            <a:ext cx="45720" cy="1828800"/>
          </a:xfrm>
          <a:prstGeom prst="rect">
            <a:avLst/>
          </a:prstGeom>
          <a:solidFill>
            <a:srgbClr val="C4B5FD"/>
          </a:solidFill>
          <a:ln/>
        </p:spPr>
        <p:txBody>
          <a:bodyPr/>
          <a:lstStyle/>
          <a:p>
            <a:endParaRPr lang="en-US"/>
          </a:p>
        </p:txBody>
      </p:sp>
      <p:sp>
        <p:nvSpPr>
          <p:cNvPr id="27" name="Text 25"/>
          <p:cNvSpPr/>
          <p:nvPr/>
        </p:nvSpPr>
        <p:spPr>
          <a:xfrm>
            <a:off x="6263640" y="2971800"/>
            <a:ext cx="2286000" cy="274320"/>
          </a:xfrm>
          <a:prstGeom prst="rect">
            <a:avLst/>
          </a:prstGeom>
          <a:noFill/>
          <a:ln/>
        </p:spPr>
        <p:txBody>
          <a:bodyPr wrap="square" lIns="0" tIns="0" rIns="0" bIns="0" rtlCol="0" anchor="ctr"/>
          <a:lstStyle/>
          <a:p>
            <a:pPr marL="0" indent="0">
              <a:buNone/>
            </a:pPr>
            <a:r>
              <a:rPr lang="en-US" sz="1150" b="1" dirty="0">
                <a:solidFill>
                  <a:srgbClr val="C4B5FD"/>
                </a:solidFill>
                <a:latin typeface="Trebuchet MS" pitchFamily="34" charset="0"/>
                <a:ea typeface="Trebuchet MS" pitchFamily="34" charset="-122"/>
                <a:cs typeface="Trebuchet MS" pitchFamily="34" charset="-120"/>
              </a:rPr>
              <a:t>AI Governance Analyst</a:t>
            </a:r>
            <a:endParaRPr lang="en-US" sz="1150" dirty="0"/>
          </a:p>
        </p:txBody>
      </p:sp>
      <p:sp>
        <p:nvSpPr>
          <p:cNvPr id="28" name="Text 26"/>
          <p:cNvSpPr/>
          <p:nvPr/>
        </p:nvSpPr>
        <p:spPr>
          <a:xfrm>
            <a:off x="6263640" y="3291840"/>
            <a:ext cx="2331720" cy="1371600"/>
          </a:xfrm>
          <a:prstGeom prst="rect">
            <a:avLst/>
          </a:prstGeom>
          <a:noFill/>
          <a:ln/>
        </p:spPr>
        <p:txBody>
          <a:bodyPr wrap="square" lIns="0" tIns="0" rIns="0" bIns="0" rtlCol="0" anchor="ctr"/>
          <a:lstStyle/>
          <a:p>
            <a:pPr marL="0" indent="0">
              <a:buNone/>
            </a:pPr>
            <a:r>
              <a:rPr lang="en-US" sz="900" dirty="0">
                <a:solidFill>
                  <a:srgbClr val="CBD5E0"/>
                </a:solidFill>
                <a:latin typeface="Calibri" pitchFamily="34" charset="0"/>
                <a:ea typeface="Calibri" pitchFamily="34" charset="-122"/>
                <a:cs typeface="Calibri" pitchFamily="34" charset="-120"/>
              </a:rPr>
              <a:t>8AM: Review new AI use case request form</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10AM: Assess vendor AI model against NIST AI RMF</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1PM: Update AI risk register, flag bias findings</a:t>
            </a:r>
            <a:endParaRPr lang="en-US" sz="900" dirty="0"/>
          </a:p>
          <a:p>
            <a:pPr marL="0" indent="0">
              <a:buNone/>
            </a:pPr>
            <a:r>
              <a:rPr lang="en-US" sz="900" dirty="0">
                <a:solidFill>
                  <a:srgbClr val="CBD5E0"/>
                </a:solidFill>
                <a:latin typeface="Calibri" pitchFamily="34" charset="0"/>
                <a:ea typeface="Calibri" pitchFamily="34" charset="-122"/>
                <a:cs typeface="Calibri" pitchFamily="34" charset="-120"/>
              </a:rPr>
              <a:t>3PM: Draft AI acceptable use policy section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a:extLst>
            <a:ext uri="{FF2B5EF4-FFF2-40B4-BE49-F238E27FC236}">
              <a16:creationId xmlns:a16="http://schemas.microsoft.com/office/drawing/2014/main" id="{6300D75A-A647-D545-7FE2-036BBBEB258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14F42EC-41E7-24C5-9F1B-FFD35D4D5AA5}"/>
              </a:ext>
            </a:extLst>
          </p:cNvPr>
          <p:cNvSpPr/>
          <p:nvPr/>
        </p:nvSpPr>
        <p:spPr>
          <a:xfrm>
            <a:off x="1242060" y="22098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		Digital Handout</a:t>
            </a:r>
            <a:endParaRPr lang="en-US" sz="2800" dirty="0"/>
          </a:p>
        </p:txBody>
      </p:sp>
      <p:pic>
        <p:nvPicPr>
          <p:cNvPr id="30" name="Picture 29">
            <a:extLst>
              <a:ext uri="{FF2B5EF4-FFF2-40B4-BE49-F238E27FC236}">
                <a16:creationId xmlns:a16="http://schemas.microsoft.com/office/drawing/2014/main" id="{2F9CA17B-0B62-0F0C-8EFF-4CFFFE7AE466}"/>
              </a:ext>
            </a:extLst>
          </p:cNvPr>
          <p:cNvPicPr>
            <a:picLocks noChangeAspect="1"/>
          </p:cNvPicPr>
          <p:nvPr/>
        </p:nvPicPr>
        <p:blipFill>
          <a:blip r:embed="rId3"/>
          <a:stretch>
            <a:fillRect/>
          </a:stretch>
        </p:blipFill>
        <p:spPr>
          <a:xfrm>
            <a:off x="231047" y="852077"/>
            <a:ext cx="1190084" cy="1190084"/>
          </a:xfrm>
          <a:prstGeom prst="rect">
            <a:avLst/>
          </a:prstGeom>
        </p:spPr>
      </p:pic>
      <p:sp>
        <p:nvSpPr>
          <p:cNvPr id="31" name="Text 5">
            <a:extLst>
              <a:ext uri="{FF2B5EF4-FFF2-40B4-BE49-F238E27FC236}">
                <a16:creationId xmlns:a16="http://schemas.microsoft.com/office/drawing/2014/main" id="{6E098FBF-4E17-3AA4-DD3C-7FD41FAD4712}"/>
              </a:ext>
            </a:extLst>
          </p:cNvPr>
          <p:cNvSpPr/>
          <p:nvPr/>
        </p:nvSpPr>
        <p:spPr>
          <a:xfrm>
            <a:off x="231047" y="2529840"/>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If you don’t use or</a:t>
            </a:r>
          </a:p>
          <a:p>
            <a:pPr marL="0" indent="0">
              <a:buNone/>
            </a:pPr>
            <a:r>
              <a:rPr lang="en-US" sz="1300" b="1" dirty="0">
                <a:solidFill>
                  <a:srgbClr val="FFFFFF"/>
                </a:solidFill>
                <a:latin typeface="Calibri" pitchFamily="34" charset="0"/>
                <a:ea typeface="Calibri" pitchFamily="34" charset="-122"/>
                <a:cs typeface="Calibri" pitchFamily="34" charset="-120"/>
              </a:rPr>
              <a:t> don’t want to use </a:t>
            </a:r>
          </a:p>
          <a:p>
            <a:pPr marL="0" indent="0">
              <a:buNone/>
            </a:pPr>
            <a:r>
              <a:rPr lang="en-US" sz="1300" b="1" dirty="0">
                <a:solidFill>
                  <a:srgbClr val="FFFFFF"/>
                </a:solidFill>
                <a:latin typeface="Calibri" pitchFamily="34" charset="0"/>
                <a:ea typeface="Calibri" pitchFamily="34" charset="-122"/>
                <a:cs typeface="Calibri" pitchFamily="34" charset="-120"/>
              </a:rPr>
              <a:t>Claude account.</a:t>
            </a:r>
          </a:p>
          <a:p>
            <a:pPr marL="0" indent="0">
              <a:buNone/>
            </a:pPr>
            <a:endParaRPr lang="en-US" sz="1300" b="1" dirty="0">
              <a:solidFill>
                <a:srgbClr val="FFFFFF"/>
              </a:solidFill>
              <a:latin typeface="Calibri" pitchFamily="34" charset="0"/>
              <a:ea typeface="Calibri" pitchFamily="34" charset="-122"/>
              <a:cs typeface="Calibri" pitchFamily="34" charset="-120"/>
            </a:endParaRPr>
          </a:p>
          <a:p>
            <a:pPr marL="0" indent="0">
              <a:buNone/>
            </a:pPr>
            <a:r>
              <a:rPr lang="en-US" sz="1300" b="1" dirty="0">
                <a:solidFill>
                  <a:srgbClr val="FFFFFF"/>
                </a:solidFill>
                <a:latin typeface="Calibri" pitchFamily="34" charset="0"/>
                <a:ea typeface="Calibri" pitchFamily="34" charset="-122"/>
                <a:cs typeface="Calibri" pitchFamily="34" charset="-120"/>
              </a:rPr>
              <a:t>You won’t be able to save your results</a:t>
            </a:r>
            <a:endParaRPr lang="en-US" sz="1300" dirty="0"/>
          </a:p>
        </p:txBody>
      </p:sp>
      <p:pic>
        <p:nvPicPr>
          <p:cNvPr id="35" name="Picture 34">
            <a:extLst>
              <a:ext uri="{FF2B5EF4-FFF2-40B4-BE49-F238E27FC236}">
                <a16:creationId xmlns:a16="http://schemas.microsoft.com/office/drawing/2014/main" id="{F8F9D13D-C743-210D-ECA4-ED0BAC83C0BD}"/>
              </a:ext>
            </a:extLst>
          </p:cNvPr>
          <p:cNvPicPr>
            <a:picLocks noChangeAspect="1"/>
          </p:cNvPicPr>
          <p:nvPr/>
        </p:nvPicPr>
        <p:blipFill>
          <a:blip r:embed="rId3"/>
          <a:stretch>
            <a:fillRect/>
          </a:stretch>
        </p:blipFill>
        <p:spPr>
          <a:xfrm flipH="1">
            <a:off x="6804660" y="1790700"/>
            <a:ext cx="1676400" cy="1676400"/>
          </a:xfrm>
          <a:prstGeom prst="rect">
            <a:avLst/>
          </a:prstGeom>
        </p:spPr>
      </p:pic>
      <p:sp>
        <p:nvSpPr>
          <p:cNvPr id="36" name="Text 5">
            <a:extLst>
              <a:ext uri="{FF2B5EF4-FFF2-40B4-BE49-F238E27FC236}">
                <a16:creationId xmlns:a16="http://schemas.microsoft.com/office/drawing/2014/main" id="{EC10FD15-3714-7E7B-CAB6-20812B4F7115}"/>
              </a:ext>
            </a:extLst>
          </p:cNvPr>
          <p:cNvSpPr/>
          <p:nvPr/>
        </p:nvSpPr>
        <p:spPr>
          <a:xfrm>
            <a:off x="6804660" y="3977640"/>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If you can use Claude account. </a:t>
            </a:r>
          </a:p>
          <a:p>
            <a:pPr marL="0" indent="0">
              <a:buNone/>
            </a:pPr>
            <a:endParaRPr lang="en-US" sz="1300" b="1" dirty="0">
              <a:solidFill>
                <a:srgbClr val="FFFFFF"/>
              </a:solidFill>
              <a:latin typeface="Calibri" pitchFamily="34" charset="0"/>
              <a:ea typeface="Calibri" pitchFamily="34" charset="-122"/>
              <a:cs typeface="Calibri" pitchFamily="34" charset="-120"/>
            </a:endParaRPr>
          </a:p>
          <a:p>
            <a:pPr marL="0" indent="0">
              <a:buNone/>
            </a:pPr>
            <a:r>
              <a:rPr lang="en-US" sz="1300" b="1" dirty="0">
                <a:solidFill>
                  <a:srgbClr val="FFFFFF"/>
                </a:solidFill>
                <a:latin typeface="Calibri" pitchFamily="34" charset="0"/>
                <a:ea typeface="Calibri" pitchFamily="34" charset="-122"/>
                <a:cs typeface="Calibri" pitchFamily="34" charset="-120"/>
              </a:rPr>
              <a:t>Ability to save and email. </a:t>
            </a:r>
            <a:endParaRPr lang="en-US" sz="1300" dirty="0"/>
          </a:p>
        </p:txBody>
      </p:sp>
    </p:spTree>
    <p:extLst>
      <p:ext uri="{BB962C8B-B14F-4D97-AF65-F5344CB8AC3E}">
        <p14:creationId xmlns:p14="http://schemas.microsoft.com/office/powerpoint/2010/main" val="2247592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1A2F1A"/>
        </a:solidFill>
        <a:effectLst/>
      </p:bgPr>
    </p:bg>
    <p:spTree>
      <p:nvGrpSpPr>
        <p:cNvPr id="1" name=""/>
        <p:cNvGrpSpPr/>
        <p:nvPr/>
      </p:nvGrpSpPr>
      <p:grpSpPr>
        <a:xfrm>
          <a:off x="0" y="0"/>
          <a:ext cx="0" cy="0"/>
          <a:chOff x="0" y="0"/>
          <a:chExt cx="0" cy="0"/>
        </a:xfrm>
      </p:grpSpPr>
      <p:sp>
        <p:nvSpPr>
          <p:cNvPr id="80" name="Shape 0">
            <a:extLst>
              <a:ext uri="{FF2B5EF4-FFF2-40B4-BE49-F238E27FC236}">
                <a16:creationId xmlns:a16="http://schemas.microsoft.com/office/drawing/2014/main" id="{A86C0406-A682-D7E4-744F-49BDEE3A9DB0}"/>
              </a:ext>
            </a:extLst>
          </p:cNvPr>
          <p:cNvSpPr/>
          <p:nvPr/>
        </p:nvSpPr>
        <p:spPr>
          <a:xfrm>
            <a:off x="0" y="0"/>
            <a:ext cx="9144000" cy="45720"/>
          </a:xfrm>
          <a:prstGeom prst="rect">
            <a:avLst/>
          </a:prstGeom>
          <a:solidFill>
            <a:srgbClr val="38A169"/>
          </a:solidFill>
          <a:ln/>
        </p:spPr>
        <p:txBody>
          <a:bodyPr/>
          <a:lstStyle/>
          <a:p>
            <a:endParaRPr lang="en-US"/>
          </a:p>
        </p:txBody>
      </p:sp>
      <p:sp>
        <p:nvSpPr>
          <p:cNvPr id="81" name="Shape 1">
            <a:extLst>
              <a:ext uri="{FF2B5EF4-FFF2-40B4-BE49-F238E27FC236}">
                <a16:creationId xmlns:a16="http://schemas.microsoft.com/office/drawing/2014/main" id="{137E7031-56FF-9A45-BD64-F64A08FBA1FF}"/>
              </a:ext>
            </a:extLst>
          </p:cNvPr>
          <p:cNvSpPr/>
          <p:nvPr/>
        </p:nvSpPr>
        <p:spPr>
          <a:xfrm>
            <a:off x="457200" y="182880"/>
            <a:ext cx="1645920" cy="320040"/>
          </a:xfrm>
          <a:prstGeom prst="rect">
            <a:avLst/>
          </a:prstGeom>
          <a:solidFill>
            <a:srgbClr val="38A169"/>
          </a:solidFill>
          <a:ln/>
        </p:spPr>
        <p:txBody>
          <a:bodyPr/>
          <a:lstStyle/>
          <a:p>
            <a:endParaRPr lang="en-US"/>
          </a:p>
        </p:txBody>
      </p:sp>
      <p:sp>
        <p:nvSpPr>
          <p:cNvPr id="82" name="Text 2">
            <a:extLst>
              <a:ext uri="{FF2B5EF4-FFF2-40B4-BE49-F238E27FC236}">
                <a16:creationId xmlns:a16="http://schemas.microsoft.com/office/drawing/2014/main" id="{0121117A-EEA0-BC23-6524-49B143B70D1B}"/>
              </a:ext>
            </a:extLst>
          </p:cNvPr>
          <p:cNvSpPr/>
          <p:nvPr/>
        </p:nvSpPr>
        <p:spPr>
          <a:xfrm>
            <a:off x="457200" y="182880"/>
            <a:ext cx="1645920" cy="320040"/>
          </a:xfrm>
          <a:prstGeom prst="rect">
            <a:avLst/>
          </a:prstGeom>
          <a:noFill/>
          <a:ln/>
        </p:spPr>
        <p:txBody>
          <a:bodyPr wrap="square" rtlCol="0" anchor="ctr"/>
          <a:lstStyle/>
          <a:p>
            <a:pPr marL="0" indent="0" algn="ctr">
              <a:buNone/>
            </a:pPr>
            <a:r>
              <a:rPr lang="en-US" sz="1000" b="1" kern="0" spc="300" dirty="0">
                <a:solidFill>
                  <a:srgbClr val="FFFFFF"/>
                </a:solidFill>
                <a:latin typeface="Trebuchet MS" pitchFamily="34" charset="0"/>
                <a:ea typeface="Trebuchet MS" pitchFamily="34" charset="-122"/>
                <a:cs typeface="Trebuchet MS" pitchFamily="34" charset="-120"/>
              </a:rPr>
              <a:t>HANDS-ON</a:t>
            </a:r>
            <a:endParaRPr lang="en-US" sz="1000" dirty="0"/>
          </a:p>
        </p:txBody>
      </p:sp>
      <p:sp>
        <p:nvSpPr>
          <p:cNvPr id="83" name="Text 3">
            <a:extLst>
              <a:ext uri="{FF2B5EF4-FFF2-40B4-BE49-F238E27FC236}">
                <a16:creationId xmlns:a16="http://schemas.microsoft.com/office/drawing/2014/main" id="{2AA5DC01-51A2-E1E1-0B3B-EB418659C7A5}"/>
              </a:ext>
            </a:extLst>
          </p:cNvPr>
          <p:cNvSpPr/>
          <p:nvPr/>
        </p:nvSpPr>
        <p:spPr>
          <a:xfrm>
            <a:off x="548640" y="640080"/>
            <a:ext cx="77724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Exercise 1: Find Your Role Family</a:t>
            </a:r>
            <a:endParaRPr lang="en-US" sz="2800" dirty="0"/>
          </a:p>
        </p:txBody>
      </p:sp>
      <p:sp>
        <p:nvSpPr>
          <p:cNvPr id="84" name="Text 4">
            <a:extLst>
              <a:ext uri="{FF2B5EF4-FFF2-40B4-BE49-F238E27FC236}">
                <a16:creationId xmlns:a16="http://schemas.microsoft.com/office/drawing/2014/main" id="{5CBCA866-69D0-BB38-DAD6-A8E7B32DA73D}"/>
              </a:ext>
            </a:extLst>
          </p:cNvPr>
          <p:cNvSpPr/>
          <p:nvPr/>
        </p:nvSpPr>
        <p:spPr>
          <a:xfrm>
            <a:off x="548640" y="1143000"/>
            <a:ext cx="7315200" cy="3200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10 minutes  |  Use your handout. 8 scenarios. Be honest, not aspirational.</a:t>
            </a:r>
            <a:endParaRPr lang="en-US" sz="1300" dirty="0"/>
          </a:p>
        </p:txBody>
      </p:sp>
      <p:sp>
        <p:nvSpPr>
          <p:cNvPr id="85" name="Text 5">
            <a:extLst>
              <a:ext uri="{FF2B5EF4-FFF2-40B4-BE49-F238E27FC236}">
                <a16:creationId xmlns:a16="http://schemas.microsoft.com/office/drawing/2014/main" id="{F5A3E331-8DCC-B111-0DB6-557BB12049E9}"/>
              </a:ext>
            </a:extLst>
          </p:cNvPr>
          <p:cNvSpPr/>
          <p:nvPr/>
        </p:nvSpPr>
        <p:spPr>
          <a:xfrm>
            <a:off x="548640" y="1554480"/>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Each scenario has 4 responses. Circle the one that sounds most like you.</a:t>
            </a:r>
            <a:endParaRPr lang="en-US" sz="1300" dirty="0"/>
          </a:p>
        </p:txBody>
      </p:sp>
      <p:sp>
        <p:nvSpPr>
          <p:cNvPr id="86" name="Shape 6">
            <a:extLst>
              <a:ext uri="{FF2B5EF4-FFF2-40B4-BE49-F238E27FC236}">
                <a16:creationId xmlns:a16="http://schemas.microsoft.com/office/drawing/2014/main" id="{8829A72B-450F-51AB-0C3D-9819C62F6FBF}"/>
              </a:ext>
            </a:extLst>
          </p:cNvPr>
          <p:cNvSpPr/>
          <p:nvPr/>
        </p:nvSpPr>
        <p:spPr>
          <a:xfrm>
            <a:off x="457199" y="1913579"/>
            <a:ext cx="4066355" cy="738181"/>
          </a:xfrm>
          <a:prstGeom prst="rect">
            <a:avLst/>
          </a:prstGeom>
          <a:solidFill>
            <a:srgbClr val="1A3A1A"/>
          </a:solidFill>
          <a:ln/>
        </p:spPr>
        <p:txBody>
          <a:bodyPr/>
          <a:lstStyle/>
          <a:p>
            <a:endParaRPr lang="en-US"/>
          </a:p>
        </p:txBody>
      </p:sp>
      <p:sp>
        <p:nvSpPr>
          <p:cNvPr id="87" name="Text 7">
            <a:extLst>
              <a:ext uri="{FF2B5EF4-FFF2-40B4-BE49-F238E27FC236}">
                <a16:creationId xmlns:a16="http://schemas.microsoft.com/office/drawing/2014/main" id="{5308DCD6-377B-0F45-1EF3-D3E43026A23B}"/>
              </a:ext>
            </a:extLst>
          </p:cNvPr>
          <p:cNvSpPr/>
          <p:nvPr/>
        </p:nvSpPr>
        <p:spPr>
          <a:xfrm>
            <a:off x="502920" y="1984248"/>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1</a:t>
            </a:r>
            <a:endParaRPr lang="en-US" sz="1100" dirty="0"/>
          </a:p>
        </p:txBody>
      </p:sp>
      <p:sp>
        <p:nvSpPr>
          <p:cNvPr id="88" name="Text 8">
            <a:extLst>
              <a:ext uri="{FF2B5EF4-FFF2-40B4-BE49-F238E27FC236}">
                <a16:creationId xmlns:a16="http://schemas.microsoft.com/office/drawing/2014/main" id="{59979837-01E9-FA72-B072-A2BFF689B9F9}"/>
              </a:ext>
            </a:extLst>
          </p:cNvPr>
          <p:cNvSpPr/>
          <p:nvPr/>
        </p:nvSpPr>
        <p:spPr>
          <a:xfrm>
            <a:off x="777240" y="1984248"/>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Your mom calls: "I clicked a link and now my screen is weird."</a:t>
            </a:r>
            <a:endParaRPr lang="en-US" sz="1000" dirty="0"/>
          </a:p>
        </p:txBody>
      </p:sp>
      <p:sp>
        <p:nvSpPr>
          <p:cNvPr id="89" name="Text 9">
            <a:extLst>
              <a:ext uri="{FF2B5EF4-FFF2-40B4-BE49-F238E27FC236}">
                <a16:creationId xmlns:a16="http://schemas.microsoft.com/office/drawing/2014/main" id="{F6DAF321-1B19-1ED1-1797-7D0C896CAC92}"/>
              </a:ext>
            </a:extLst>
          </p:cNvPr>
          <p:cNvSpPr/>
          <p:nvPr/>
        </p:nvSpPr>
        <p:spPr>
          <a:xfrm>
            <a:off x="548640" y="2240280"/>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Remote in and rebuild her laptop properly  B) Ask what she clicked so you can reverse-engineer it  C) Walk her through disconnecting from WiFi immediately  D) Set up a family password policy and make everyone sign it</a:t>
            </a:r>
            <a:endParaRPr lang="en-US" sz="850" dirty="0"/>
          </a:p>
        </p:txBody>
      </p:sp>
      <p:sp>
        <p:nvSpPr>
          <p:cNvPr id="90" name="Shape 10">
            <a:extLst>
              <a:ext uri="{FF2B5EF4-FFF2-40B4-BE49-F238E27FC236}">
                <a16:creationId xmlns:a16="http://schemas.microsoft.com/office/drawing/2014/main" id="{4EB74A34-8EB7-C52C-7887-86222E6D5C56}"/>
              </a:ext>
            </a:extLst>
          </p:cNvPr>
          <p:cNvSpPr/>
          <p:nvPr/>
        </p:nvSpPr>
        <p:spPr>
          <a:xfrm>
            <a:off x="457200" y="2715768"/>
            <a:ext cx="4023360" cy="685800"/>
          </a:xfrm>
          <a:prstGeom prst="rect">
            <a:avLst/>
          </a:prstGeom>
          <a:solidFill>
            <a:srgbClr val="1A3A1A"/>
          </a:solidFill>
          <a:ln/>
        </p:spPr>
        <p:txBody>
          <a:bodyPr/>
          <a:lstStyle/>
          <a:p>
            <a:endParaRPr lang="en-US"/>
          </a:p>
        </p:txBody>
      </p:sp>
      <p:sp>
        <p:nvSpPr>
          <p:cNvPr id="91" name="Text 11">
            <a:extLst>
              <a:ext uri="{FF2B5EF4-FFF2-40B4-BE49-F238E27FC236}">
                <a16:creationId xmlns:a16="http://schemas.microsoft.com/office/drawing/2014/main" id="{FDE05728-1544-DB82-F770-31FB405F575E}"/>
              </a:ext>
            </a:extLst>
          </p:cNvPr>
          <p:cNvSpPr/>
          <p:nvPr/>
        </p:nvSpPr>
        <p:spPr>
          <a:xfrm>
            <a:off x="502920" y="2734056"/>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2</a:t>
            </a:r>
            <a:endParaRPr lang="en-US" sz="1100" dirty="0"/>
          </a:p>
        </p:txBody>
      </p:sp>
      <p:sp>
        <p:nvSpPr>
          <p:cNvPr id="92" name="Text 12">
            <a:extLst>
              <a:ext uri="{FF2B5EF4-FFF2-40B4-BE49-F238E27FC236}">
                <a16:creationId xmlns:a16="http://schemas.microsoft.com/office/drawing/2014/main" id="{0A4F80EE-7F74-FB9A-210F-5A7366751655}"/>
              </a:ext>
            </a:extLst>
          </p:cNvPr>
          <p:cNvSpPr/>
          <p:nvPr/>
        </p:nvSpPr>
        <p:spPr>
          <a:xfrm>
            <a:off x="777240" y="2734056"/>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 find a $20 bill on the ground at BSides. What now?</a:t>
            </a:r>
            <a:endParaRPr lang="en-US" sz="1000" dirty="0"/>
          </a:p>
        </p:txBody>
      </p:sp>
      <p:sp>
        <p:nvSpPr>
          <p:cNvPr id="93" name="Text 13">
            <a:extLst>
              <a:ext uri="{FF2B5EF4-FFF2-40B4-BE49-F238E27FC236}">
                <a16:creationId xmlns:a16="http://schemas.microsoft.com/office/drawing/2014/main" id="{9EBCA40F-2F10-4F2D-A433-072240C835FE}"/>
              </a:ext>
            </a:extLst>
          </p:cNvPr>
          <p:cNvSpPr/>
          <p:nvPr/>
        </p:nvSpPr>
        <p:spPr>
          <a:xfrm>
            <a:off x="548640" y="2990088"/>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Build a lost-and-found tracking app  B) Check the serial number for counterfeiting signs  C) Turn it in to the front desk and monitor if someone claims it  D) Write a "found property" incident report with time and location</a:t>
            </a:r>
            <a:endParaRPr lang="en-US" sz="850" dirty="0"/>
          </a:p>
        </p:txBody>
      </p:sp>
      <p:sp>
        <p:nvSpPr>
          <p:cNvPr id="94" name="Shape 14">
            <a:extLst>
              <a:ext uri="{FF2B5EF4-FFF2-40B4-BE49-F238E27FC236}">
                <a16:creationId xmlns:a16="http://schemas.microsoft.com/office/drawing/2014/main" id="{98995602-5904-34E9-34FD-648202D91388}"/>
              </a:ext>
            </a:extLst>
          </p:cNvPr>
          <p:cNvSpPr/>
          <p:nvPr/>
        </p:nvSpPr>
        <p:spPr>
          <a:xfrm>
            <a:off x="457200" y="3465576"/>
            <a:ext cx="4023360" cy="685800"/>
          </a:xfrm>
          <a:prstGeom prst="rect">
            <a:avLst/>
          </a:prstGeom>
          <a:solidFill>
            <a:srgbClr val="1A3A1A"/>
          </a:solidFill>
          <a:ln/>
        </p:spPr>
        <p:txBody>
          <a:bodyPr/>
          <a:lstStyle/>
          <a:p>
            <a:endParaRPr lang="en-US"/>
          </a:p>
        </p:txBody>
      </p:sp>
      <p:sp>
        <p:nvSpPr>
          <p:cNvPr id="95" name="Text 15">
            <a:extLst>
              <a:ext uri="{FF2B5EF4-FFF2-40B4-BE49-F238E27FC236}">
                <a16:creationId xmlns:a16="http://schemas.microsoft.com/office/drawing/2014/main" id="{570CD6F5-846C-9802-FA24-8E6DA08E94E3}"/>
              </a:ext>
            </a:extLst>
          </p:cNvPr>
          <p:cNvSpPr/>
          <p:nvPr/>
        </p:nvSpPr>
        <p:spPr>
          <a:xfrm>
            <a:off x="502920" y="3483864"/>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3</a:t>
            </a:r>
            <a:endParaRPr lang="en-US" sz="1100" dirty="0"/>
          </a:p>
        </p:txBody>
      </p:sp>
      <p:sp>
        <p:nvSpPr>
          <p:cNvPr id="96" name="Text 16">
            <a:extLst>
              <a:ext uri="{FF2B5EF4-FFF2-40B4-BE49-F238E27FC236}">
                <a16:creationId xmlns:a16="http://schemas.microsoft.com/office/drawing/2014/main" id="{5F3BA334-BFEB-955F-1CA1-64FB3490D55E}"/>
              </a:ext>
            </a:extLst>
          </p:cNvPr>
          <p:cNvSpPr/>
          <p:nvPr/>
        </p:nvSpPr>
        <p:spPr>
          <a:xfrm>
            <a:off x="777240" y="3483864"/>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Your team's Slack bot just started posting gibberish at 3 AM.</a:t>
            </a:r>
            <a:endParaRPr lang="en-US" sz="1000" dirty="0"/>
          </a:p>
        </p:txBody>
      </p:sp>
      <p:sp>
        <p:nvSpPr>
          <p:cNvPr id="97" name="Text 17">
            <a:extLst>
              <a:ext uri="{FF2B5EF4-FFF2-40B4-BE49-F238E27FC236}">
                <a16:creationId xmlns:a16="http://schemas.microsoft.com/office/drawing/2014/main" id="{73DA0C88-4917-EF96-12B0-5D91E443DED2}"/>
              </a:ext>
            </a:extLst>
          </p:cNvPr>
          <p:cNvSpPr/>
          <p:nvPr/>
        </p:nvSpPr>
        <p:spPr>
          <a:xfrm>
            <a:off x="548640" y="3739896"/>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SSH in, check the code, patch the vulnerability  B) Try to reproduce it and figure out who triggered it  C) Kill the bot, check logs, alert the team  D) Document the incident timeline and update the bot approval policy</a:t>
            </a:r>
            <a:endParaRPr lang="en-US" sz="850" dirty="0"/>
          </a:p>
        </p:txBody>
      </p:sp>
      <p:sp>
        <p:nvSpPr>
          <p:cNvPr id="98" name="Shape 18">
            <a:extLst>
              <a:ext uri="{FF2B5EF4-FFF2-40B4-BE49-F238E27FC236}">
                <a16:creationId xmlns:a16="http://schemas.microsoft.com/office/drawing/2014/main" id="{AC0655DA-A7FA-6C6E-0933-D1217A0F3664}"/>
              </a:ext>
            </a:extLst>
          </p:cNvPr>
          <p:cNvSpPr/>
          <p:nvPr/>
        </p:nvSpPr>
        <p:spPr>
          <a:xfrm>
            <a:off x="457200" y="4215384"/>
            <a:ext cx="4023360" cy="685800"/>
          </a:xfrm>
          <a:prstGeom prst="rect">
            <a:avLst/>
          </a:prstGeom>
          <a:solidFill>
            <a:srgbClr val="1A3A1A"/>
          </a:solidFill>
          <a:ln/>
        </p:spPr>
        <p:txBody>
          <a:bodyPr/>
          <a:lstStyle/>
          <a:p>
            <a:endParaRPr lang="en-US"/>
          </a:p>
        </p:txBody>
      </p:sp>
      <p:sp>
        <p:nvSpPr>
          <p:cNvPr id="99" name="Text 19">
            <a:extLst>
              <a:ext uri="{FF2B5EF4-FFF2-40B4-BE49-F238E27FC236}">
                <a16:creationId xmlns:a16="http://schemas.microsoft.com/office/drawing/2014/main" id="{EF904197-EBA6-FCE0-57A3-386679DE85B6}"/>
              </a:ext>
            </a:extLst>
          </p:cNvPr>
          <p:cNvSpPr/>
          <p:nvPr/>
        </p:nvSpPr>
        <p:spPr>
          <a:xfrm>
            <a:off x="502920" y="4233672"/>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4</a:t>
            </a:r>
            <a:endParaRPr lang="en-US" sz="1100" dirty="0"/>
          </a:p>
        </p:txBody>
      </p:sp>
      <p:sp>
        <p:nvSpPr>
          <p:cNvPr id="100" name="Text 20">
            <a:extLst>
              <a:ext uri="{FF2B5EF4-FFF2-40B4-BE49-F238E27FC236}">
                <a16:creationId xmlns:a16="http://schemas.microsoft.com/office/drawing/2014/main" id="{4D012D39-B827-DDD4-322D-19169B336049}"/>
              </a:ext>
            </a:extLst>
          </p:cNvPr>
          <p:cNvSpPr/>
          <p:nvPr/>
        </p:nvSpPr>
        <p:spPr>
          <a:xfrm>
            <a:off x="777240" y="4233672"/>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Netflix asks "Are you still watching?" Your reaction:</a:t>
            </a:r>
            <a:endParaRPr lang="en-US" sz="1000" dirty="0"/>
          </a:p>
        </p:txBody>
      </p:sp>
      <p:sp>
        <p:nvSpPr>
          <p:cNvPr id="101" name="Text 21">
            <a:extLst>
              <a:ext uri="{FF2B5EF4-FFF2-40B4-BE49-F238E27FC236}">
                <a16:creationId xmlns:a16="http://schemas.microsoft.com/office/drawing/2014/main" id="{6FFEA778-D781-F3C7-5034-2B523EF06974}"/>
              </a:ext>
            </a:extLst>
          </p:cNvPr>
          <p:cNvSpPr/>
          <p:nvPr/>
        </p:nvSpPr>
        <p:spPr>
          <a:xfrm>
            <a:off x="548640" y="4489704"/>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"I could build a better recommendation engine"  B) "I wonder if I can bypass this timeout"  C) "Something is monitoring my behavior and I don't like it"  D) "Is this compliant with their privacy policy?"</a:t>
            </a:r>
            <a:endParaRPr lang="en-US" sz="850" dirty="0"/>
          </a:p>
        </p:txBody>
      </p:sp>
      <p:sp>
        <p:nvSpPr>
          <p:cNvPr id="102" name="Shape 22">
            <a:extLst>
              <a:ext uri="{FF2B5EF4-FFF2-40B4-BE49-F238E27FC236}">
                <a16:creationId xmlns:a16="http://schemas.microsoft.com/office/drawing/2014/main" id="{5C5C91DF-CB98-8F34-2529-96FF235DE3DA}"/>
              </a:ext>
            </a:extLst>
          </p:cNvPr>
          <p:cNvSpPr/>
          <p:nvPr/>
        </p:nvSpPr>
        <p:spPr>
          <a:xfrm>
            <a:off x="4663440" y="1913579"/>
            <a:ext cx="4080888" cy="738181"/>
          </a:xfrm>
          <a:prstGeom prst="rect">
            <a:avLst/>
          </a:prstGeom>
          <a:solidFill>
            <a:srgbClr val="1A3A1A"/>
          </a:solidFill>
          <a:ln/>
        </p:spPr>
        <p:txBody>
          <a:bodyPr/>
          <a:lstStyle/>
          <a:p>
            <a:endParaRPr lang="en-US"/>
          </a:p>
        </p:txBody>
      </p:sp>
      <p:sp>
        <p:nvSpPr>
          <p:cNvPr id="103" name="Text 23">
            <a:extLst>
              <a:ext uri="{FF2B5EF4-FFF2-40B4-BE49-F238E27FC236}">
                <a16:creationId xmlns:a16="http://schemas.microsoft.com/office/drawing/2014/main" id="{7499DC27-C734-EC92-8F87-12F203A9D544}"/>
              </a:ext>
            </a:extLst>
          </p:cNvPr>
          <p:cNvSpPr/>
          <p:nvPr/>
        </p:nvSpPr>
        <p:spPr>
          <a:xfrm>
            <a:off x="4709160" y="1984248"/>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5</a:t>
            </a:r>
            <a:endParaRPr lang="en-US" sz="1100" dirty="0"/>
          </a:p>
        </p:txBody>
      </p:sp>
      <p:sp>
        <p:nvSpPr>
          <p:cNvPr id="104" name="Text 24">
            <a:extLst>
              <a:ext uri="{FF2B5EF4-FFF2-40B4-BE49-F238E27FC236}">
                <a16:creationId xmlns:a16="http://schemas.microsoft.com/office/drawing/2014/main" id="{3EF29182-C754-776F-87AB-7E6CF246B6D8}"/>
              </a:ext>
            </a:extLst>
          </p:cNvPr>
          <p:cNvSpPr/>
          <p:nvPr/>
        </p:nvSpPr>
        <p:spPr>
          <a:xfrm>
            <a:off x="4983480" y="1984248"/>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 find an unlocked laptop in a coffee shop. Owner is gone.</a:t>
            </a:r>
            <a:endParaRPr lang="en-US" sz="1000" dirty="0"/>
          </a:p>
        </p:txBody>
      </p:sp>
      <p:sp>
        <p:nvSpPr>
          <p:cNvPr id="105" name="Text 25">
            <a:extLst>
              <a:ext uri="{FF2B5EF4-FFF2-40B4-BE49-F238E27FC236}">
                <a16:creationId xmlns:a16="http://schemas.microsoft.com/office/drawing/2014/main" id="{4489B85E-FC50-A59E-5FA9-8FF3C767DE31}"/>
              </a:ext>
            </a:extLst>
          </p:cNvPr>
          <p:cNvSpPr/>
          <p:nvPr/>
        </p:nvSpPr>
        <p:spPr>
          <a:xfrm>
            <a:off x="4754880" y="2240280"/>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Check if full disk encryption is enabled (for science)  B) Test how much sensitive data is exposed before anyone notices  C) Guard it until the owner returns, note what was exposed  D) Leave a sticky note: "Lock your laptop. Here's how to enable auto-lock."</a:t>
            </a:r>
            <a:endParaRPr lang="en-US" sz="850" dirty="0"/>
          </a:p>
        </p:txBody>
      </p:sp>
      <p:sp>
        <p:nvSpPr>
          <p:cNvPr id="106" name="Shape 26">
            <a:extLst>
              <a:ext uri="{FF2B5EF4-FFF2-40B4-BE49-F238E27FC236}">
                <a16:creationId xmlns:a16="http://schemas.microsoft.com/office/drawing/2014/main" id="{468A6BDA-C8B9-6226-6960-AD82A38E7CEB}"/>
              </a:ext>
            </a:extLst>
          </p:cNvPr>
          <p:cNvSpPr/>
          <p:nvPr/>
        </p:nvSpPr>
        <p:spPr>
          <a:xfrm>
            <a:off x="4663440" y="2715768"/>
            <a:ext cx="4023360" cy="685800"/>
          </a:xfrm>
          <a:prstGeom prst="rect">
            <a:avLst/>
          </a:prstGeom>
          <a:solidFill>
            <a:srgbClr val="1A3A1A"/>
          </a:solidFill>
          <a:ln/>
        </p:spPr>
        <p:txBody>
          <a:bodyPr/>
          <a:lstStyle/>
          <a:p>
            <a:endParaRPr lang="en-US"/>
          </a:p>
        </p:txBody>
      </p:sp>
      <p:sp>
        <p:nvSpPr>
          <p:cNvPr id="107" name="Text 27">
            <a:extLst>
              <a:ext uri="{FF2B5EF4-FFF2-40B4-BE49-F238E27FC236}">
                <a16:creationId xmlns:a16="http://schemas.microsoft.com/office/drawing/2014/main" id="{6B66A3E1-31D9-2A22-197F-06BF41635F15}"/>
              </a:ext>
            </a:extLst>
          </p:cNvPr>
          <p:cNvSpPr/>
          <p:nvPr/>
        </p:nvSpPr>
        <p:spPr>
          <a:xfrm>
            <a:off x="4709160" y="2734056"/>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6</a:t>
            </a:r>
            <a:endParaRPr lang="en-US" sz="1100" dirty="0"/>
          </a:p>
        </p:txBody>
      </p:sp>
      <p:sp>
        <p:nvSpPr>
          <p:cNvPr id="108" name="Text 28">
            <a:extLst>
              <a:ext uri="{FF2B5EF4-FFF2-40B4-BE49-F238E27FC236}">
                <a16:creationId xmlns:a16="http://schemas.microsoft.com/office/drawing/2014/main" id="{89874B84-5E2C-FF5C-9C4E-5849F96EA6B2}"/>
              </a:ext>
            </a:extLst>
          </p:cNvPr>
          <p:cNvSpPr/>
          <p:nvPr/>
        </p:nvSpPr>
        <p:spPr>
          <a:xfrm>
            <a:off x="4983480" y="2734056"/>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Your company just bought a shiny new AI chatbot. You think:</a:t>
            </a:r>
            <a:endParaRPr lang="en-US" sz="1000" dirty="0"/>
          </a:p>
        </p:txBody>
      </p:sp>
      <p:sp>
        <p:nvSpPr>
          <p:cNvPr id="109" name="Text 29">
            <a:extLst>
              <a:ext uri="{FF2B5EF4-FFF2-40B4-BE49-F238E27FC236}">
                <a16:creationId xmlns:a16="http://schemas.microsoft.com/office/drawing/2014/main" id="{FFB67286-1CF7-3F71-4FB1-B01913C0B661}"/>
              </a:ext>
            </a:extLst>
          </p:cNvPr>
          <p:cNvSpPr/>
          <p:nvPr/>
        </p:nvSpPr>
        <p:spPr>
          <a:xfrm>
            <a:off x="4754880" y="2990088"/>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"I need to see this architecture diagram"  B) "I bet I can make it say something it shouldn't"  C) "What happens when it hallucinates during an incident?"  D) "Did anyone check if this meets our data retention policy?"</a:t>
            </a:r>
            <a:endParaRPr lang="en-US" sz="850" dirty="0"/>
          </a:p>
        </p:txBody>
      </p:sp>
      <p:sp>
        <p:nvSpPr>
          <p:cNvPr id="110" name="Shape 30">
            <a:extLst>
              <a:ext uri="{FF2B5EF4-FFF2-40B4-BE49-F238E27FC236}">
                <a16:creationId xmlns:a16="http://schemas.microsoft.com/office/drawing/2014/main" id="{39A6BB07-184F-E772-ABF0-F15850904E22}"/>
              </a:ext>
            </a:extLst>
          </p:cNvPr>
          <p:cNvSpPr/>
          <p:nvPr/>
        </p:nvSpPr>
        <p:spPr>
          <a:xfrm>
            <a:off x="4663440" y="3465576"/>
            <a:ext cx="4023360" cy="685800"/>
          </a:xfrm>
          <a:prstGeom prst="rect">
            <a:avLst/>
          </a:prstGeom>
          <a:solidFill>
            <a:srgbClr val="1A3A1A"/>
          </a:solidFill>
          <a:ln/>
        </p:spPr>
        <p:txBody>
          <a:bodyPr/>
          <a:lstStyle/>
          <a:p>
            <a:endParaRPr lang="en-US"/>
          </a:p>
        </p:txBody>
      </p:sp>
      <p:sp>
        <p:nvSpPr>
          <p:cNvPr id="111" name="Text 31">
            <a:extLst>
              <a:ext uri="{FF2B5EF4-FFF2-40B4-BE49-F238E27FC236}">
                <a16:creationId xmlns:a16="http://schemas.microsoft.com/office/drawing/2014/main" id="{88515CB2-1EF8-8233-925D-EFCEE6062D86}"/>
              </a:ext>
            </a:extLst>
          </p:cNvPr>
          <p:cNvSpPr/>
          <p:nvPr/>
        </p:nvSpPr>
        <p:spPr>
          <a:xfrm>
            <a:off x="4709160" y="3483864"/>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7</a:t>
            </a:r>
            <a:endParaRPr lang="en-US" sz="1100" dirty="0"/>
          </a:p>
        </p:txBody>
      </p:sp>
      <p:sp>
        <p:nvSpPr>
          <p:cNvPr id="112" name="Text 32">
            <a:extLst>
              <a:ext uri="{FF2B5EF4-FFF2-40B4-BE49-F238E27FC236}">
                <a16:creationId xmlns:a16="http://schemas.microsoft.com/office/drawing/2014/main" id="{9A55D505-0809-60AE-1C6A-FBC14504BDAE}"/>
              </a:ext>
            </a:extLst>
          </p:cNvPr>
          <p:cNvSpPr/>
          <p:nvPr/>
        </p:nvSpPr>
        <p:spPr>
          <a:xfrm>
            <a:off x="4983480" y="3483864"/>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A recruiter DMs you: "We have a great cybersecurity opportunity!"</a:t>
            </a:r>
            <a:endParaRPr lang="en-US" sz="1000" dirty="0"/>
          </a:p>
        </p:txBody>
      </p:sp>
      <p:sp>
        <p:nvSpPr>
          <p:cNvPr id="113" name="Text 33">
            <a:extLst>
              <a:ext uri="{FF2B5EF4-FFF2-40B4-BE49-F238E27FC236}">
                <a16:creationId xmlns:a16="http://schemas.microsoft.com/office/drawing/2014/main" id="{430E721B-A19A-B2E0-511B-19D58373D48C}"/>
              </a:ext>
            </a:extLst>
          </p:cNvPr>
          <p:cNvSpPr/>
          <p:nvPr/>
        </p:nvSpPr>
        <p:spPr>
          <a:xfrm>
            <a:off x="4754880" y="3739896"/>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"What's your tech stack and cloud provider?"  B) "Do you have a bug bounty program?"  C) "What does your SOC team structure look like?"  D) "What compliance frameworks do you maintain?"</a:t>
            </a:r>
            <a:endParaRPr lang="en-US" sz="850" dirty="0"/>
          </a:p>
        </p:txBody>
      </p:sp>
      <p:sp>
        <p:nvSpPr>
          <p:cNvPr id="114" name="Shape 34">
            <a:extLst>
              <a:ext uri="{FF2B5EF4-FFF2-40B4-BE49-F238E27FC236}">
                <a16:creationId xmlns:a16="http://schemas.microsoft.com/office/drawing/2014/main" id="{8566503D-FB6C-461F-EAA0-6FE70C21D889}"/>
              </a:ext>
            </a:extLst>
          </p:cNvPr>
          <p:cNvSpPr/>
          <p:nvPr/>
        </p:nvSpPr>
        <p:spPr>
          <a:xfrm>
            <a:off x="4663440" y="4215384"/>
            <a:ext cx="4023360" cy="685800"/>
          </a:xfrm>
          <a:prstGeom prst="rect">
            <a:avLst/>
          </a:prstGeom>
          <a:solidFill>
            <a:srgbClr val="1A3A1A"/>
          </a:solidFill>
          <a:ln/>
        </p:spPr>
        <p:txBody>
          <a:bodyPr/>
          <a:lstStyle/>
          <a:p>
            <a:endParaRPr lang="en-US"/>
          </a:p>
        </p:txBody>
      </p:sp>
      <p:sp>
        <p:nvSpPr>
          <p:cNvPr id="115" name="Text 35">
            <a:extLst>
              <a:ext uri="{FF2B5EF4-FFF2-40B4-BE49-F238E27FC236}">
                <a16:creationId xmlns:a16="http://schemas.microsoft.com/office/drawing/2014/main" id="{28F899D5-4A64-93A4-379D-25EB31E38BE9}"/>
              </a:ext>
            </a:extLst>
          </p:cNvPr>
          <p:cNvSpPr/>
          <p:nvPr/>
        </p:nvSpPr>
        <p:spPr>
          <a:xfrm>
            <a:off x="4709160" y="4233672"/>
            <a:ext cx="274320" cy="228600"/>
          </a:xfrm>
          <a:prstGeom prst="rect">
            <a:avLst/>
          </a:prstGeom>
          <a:noFill/>
          <a:ln/>
        </p:spPr>
        <p:txBody>
          <a:bodyPr wrap="square" lIns="0" tIns="0" rIns="0" bIns="0" rtlCol="0" anchor="ctr"/>
          <a:lstStyle/>
          <a:p>
            <a:pPr marL="0" indent="0">
              <a:buNone/>
            </a:pPr>
            <a:r>
              <a:rPr lang="en-US" sz="1100" b="1" dirty="0">
                <a:solidFill>
                  <a:srgbClr val="38A169"/>
                </a:solidFill>
                <a:latin typeface="Trebuchet MS" pitchFamily="34" charset="0"/>
                <a:ea typeface="Trebuchet MS" pitchFamily="34" charset="-122"/>
                <a:cs typeface="Trebuchet MS" pitchFamily="34" charset="-120"/>
              </a:rPr>
              <a:t>8</a:t>
            </a:r>
            <a:endParaRPr lang="en-US" sz="1100" dirty="0"/>
          </a:p>
        </p:txBody>
      </p:sp>
      <p:sp>
        <p:nvSpPr>
          <p:cNvPr id="116" name="Text 36">
            <a:extLst>
              <a:ext uri="{FF2B5EF4-FFF2-40B4-BE49-F238E27FC236}">
                <a16:creationId xmlns:a16="http://schemas.microsoft.com/office/drawing/2014/main" id="{D13B6128-BAD7-480B-AB1D-56614D1F76D0}"/>
              </a:ext>
            </a:extLst>
          </p:cNvPr>
          <p:cNvSpPr/>
          <p:nvPr/>
        </p:nvSpPr>
        <p:spPr>
          <a:xfrm>
            <a:off x="4983480" y="4233672"/>
            <a:ext cx="3566160" cy="22860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You're assembling IKEA furniture. Your approach:</a:t>
            </a:r>
            <a:endParaRPr lang="en-US" sz="1000" dirty="0"/>
          </a:p>
        </p:txBody>
      </p:sp>
      <p:sp>
        <p:nvSpPr>
          <p:cNvPr id="117" name="Text 37">
            <a:extLst>
              <a:ext uri="{FF2B5EF4-FFF2-40B4-BE49-F238E27FC236}">
                <a16:creationId xmlns:a16="http://schemas.microsoft.com/office/drawing/2014/main" id="{9F5E8C8B-8D21-21D3-5F53-EAEC4DB367CF}"/>
              </a:ext>
            </a:extLst>
          </p:cNvPr>
          <p:cNvSpPr/>
          <p:nvPr/>
        </p:nvSpPr>
        <p:spPr>
          <a:xfrm>
            <a:off x="4754880" y="4489704"/>
            <a:ext cx="3840480" cy="384048"/>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 Ignore instructions, engineer it from the picture on the box  B) Test which pieces can bear weight before assembling  C) Follow each step carefully, alert someone if a piece is missing  D) Read ALL instructions first, inventory every piece, THEN start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A2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Shape 1"/>
          <p:cNvSpPr/>
          <p:nvPr/>
        </p:nvSpPr>
        <p:spPr>
          <a:xfrm>
            <a:off x="457200" y="182880"/>
            <a:ext cx="1645920" cy="320040"/>
          </a:xfrm>
          <a:prstGeom prst="rect">
            <a:avLst/>
          </a:prstGeom>
          <a:solidFill>
            <a:srgbClr val="38A169"/>
          </a:solidFill>
          <a:ln/>
        </p:spPr>
        <p:txBody>
          <a:bodyPr/>
          <a:lstStyle/>
          <a:p>
            <a:endParaRPr lang="en-US"/>
          </a:p>
        </p:txBody>
      </p:sp>
      <p:sp>
        <p:nvSpPr>
          <p:cNvPr id="4" name="Text 2"/>
          <p:cNvSpPr/>
          <p:nvPr/>
        </p:nvSpPr>
        <p:spPr>
          <a:xfrm>
            <a:off x="457200" y="182880"/>
            <a:ext cx="1645920" cy="320040"/>
          </a:xfrm>
          <a:prstGeom prst="rect">
            <a:avLst/>
          </a:prstGeom>
          <a:noFill/>
          <a:ln/>
        </p:spPr>
        <p:txBody>
          <a:bodyPr wrap="square" rtlCol="0" anchor="ctr"/>
          <a:lstStyle/>
          <a:p>
            <a:pPr marL="0" indent="0" algn="ctr">
              <a:buNone/>
            </a:pPr>
            <a:r>
              <a:rPr lang="en-US" sz="1000" b="1" kern="0" spc="300" dirty="0">
                <a:solidFill>
                  <a:srgbClr val="FFFFFF"/>
                </a:solidFill>
                <a:latin typeface="Trebuchet MS" pitchFamily="34" charset="0"/>
                <a:ea typeface="Trebuchet MS" pitchFamily="34" charset="-122"/>
                <a:cs typeface="Trebuchet MS" pitchFamily="34" charset="-120"/>
              </a:rPr>
              <a:t>HANDS-ON</a:t>
            </a:r>
            <a:endParaRPr lang="en-US" sz="1000" dirty="0"/>
          </a:p>
        </p:txBody>
      </p:sp>
      <p:sp>
        <p:nvSpPr>
          <p:cNvPr id="5" name="Text 3"/>
          <p:cNvSpPr/>
          <p:nvPr/>
        </p:nvSpPr>
        <p:spPr>
          <a:xfrm>
            <a:off x="548640" y="591632"/>
            <a:ext cx="77724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Your Results: Which Family Are You?</a:t>
            </a:r>
            <a:endParaRPr lang="en-US" sz="2800" dirty="0"/>
          </a:p>
        </p:txBody>
      </p:sp>
      <p:sp>
        <p:nvSpPr>
          <p:cNvPr id="6" name="Text 4"/>
          <p:cNvSpPr/>
          <p:nvPr/>
        </p:nvSpPr>
        <p:spPr>
          <a:xfrm>
            <a:off x="548640" y="1094552"/>
            <a:ext cx="7315200" cy="3200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Count your A's, B's, C's, and D's. Your highest letter is your primary family.</a:t>
            </a:r>
            <a:endParaRPr lang="en-US" sz="1300" dirty="0"/>
          </a:p>
        </p:txBody>
      </p:sp>
      <p:sp>
        <p:nvSpPr>
          <p:cNvPr id="7" name="Shape 5"/>
          <p:cNvSpPr/>
          <p:nvPr/>
        </p:nvSpPr>
        <p:spPr>
          <a:xfrm>
            <a:off x="457200" y="1417320"/>
            <a:ext cx="8229600" cy="777240"/>
          </a:xfrm>
          <a:prstGeom prst="rect">
            <a:avLst/>
          </a:prstGeom>
          <a:solidFill>
            <a:srgbClr val="182635"/>
          </a:solidFill>
          <a:ln/>
        </p:spPr>
        <p:txBody>
          <a:bodyPr/>
          <a:lstStyle/>
          <a:p>
            <a:endParaRPr lang="en-US"/>
          </a:p>
        </p:txBody>
      </p:sp>
      <p:sp>
        <p:nvSpPr>
          <p:cNvPr id="8" name="Shape 6"/>
          <p:cNvSpPr/>
          <p:nvPr/>
        </p:nvSpPr>
        <p:spPr>
          <a:xfrm>
            <a:off x="457200" y="1417320"/>
            <a:ext cx="54864" cy="777240"/>
          </a:xfrm>
          <a:prstGeom prst="rect">
            <a:avLst/>
          </a:prstGeom>
          <a:solidFill>
            <a:srgbClr val="2B9EA2"/>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640080" y="1581912"/>
            <a:ext cx="411480" cy="411480"/>
          </a:xfrm>
          <a:prstGeom prst="rect">
            <a:avLst/>
          </a:prstGeom>
        </p:spPr>
      </p:pic>
      <p:sp>
        <p:nvSpPr>
          <p:cNvPr id="10" name="Text 7"/>
          <p:cNvSpPr/>
          <p:nvPr/>
        </p:nvSpPr>
        <p:spPr>
          <a:xfrm>
            <a:off x="1188720" y="1444752"/>
            <a:ext cx="1371600" cy="228600"/>
          </a:xfrm>
          <a:prstGeom prst="rect">
            <a:avLst/>
          </a:prstGeom>
          <a:noFill/>
          <a:ln/>
        </p:spPr>
        <p:txBody>
          <a:bodyPr wrap="square" lIns="0" tIns="0" rIns="0" bIns="0" rtlCol="0" anchor="ctr"/>
          <a:lstStyle/>
          <a:p>
            <a:pPr marL="0" indent="0">
              <a:buNone/>
            </a:pPr>
            <a:r>
              <a:rPr lang="en-US" sz="1000" b="1" kern="0" spc="100" dirty="0">
                <a:solidFill>
                  <a:srgbClr val="2B9EA2"/>
                </a:solidFill>
                <a:latin typeface="Trebuchet MS" pitchFamily="34" charset="0"/>
                <a:ea typeface="Trebuchet MS" pitchFamily="34" charset="-122"/>
                <a:cs typeface="Trebuchet MS" pitchFamily="34" charset="-120"/>
              </a:rPr>
              <a:t>MOSTLY A's</a:t>
            </a:r>
            <a:endParaRPr lang="en-US" sz="1000" dirty="0"/>
          </a:p>
        </p:txBody>
      </p:sp>
      <p:sp>
        <p:nvSpPr>
          <p:cNvPr id="11" name="Text 8"/>
          <p:cNvSpPr/>
          <p:nvPr/>
        </p:nvSpPr>
        <p:spPr>
          <a:xfrm>
            <a:off x="2560320" y="1444752"/>
            <a:ext cx="16459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BUILDERS</a:t>
            </a:r>
            <a:endParaRPr lang="en-US" sz="1200" dirty="0"/>
          </a:p>
        </p:txBody>
      </p:sp>
      <p:sp>
        <p:nvSpPr>
          <p:cNvPr id="12" name="Text 9"/>
          <p:cNvSpPr/>
          <p:nvPr/>
        </p:nvSpPr>
        <p:spPr>
          <a:xfrm>
            <a:off x="1188720" y="1709928"/>
            <a:ext cx="7315200" cy="41148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You want to create, architect, and engineer. You see problems and think "I can build something better." You'd thrive as a Security Engineer, Cloud Security Engineer, DevSecOps, or Security Architect.</a:t>
            </a:r>
            <a:endParaRPr lang="en-US" sz="1000" dirty="0"/>
          </a:p>
        </p:txBody>
      </p:sp>
      <p:sp>
        <p:nvSpPr>
          <p:cNvPr id="13" name="Shape 10"/>
          <p:cNvSpPr/>
          <p:nvPr/>
        </p:nvSpPr>
        <p:spPr>
          <a:xfrm>
            <a:off x="457200" y="2240280"/>
            <a:ext cx="8229600" cy="777240"/>
          </a:xfrm>
          <a:prstGeom prst="rect">
            <a:avLst/>
          </a:prstGeom>
          <a:solidFill>
            <a:srgbClr val="182635"/>
          </a:solidFill>
          <a:ln/>
        </p:spPr>
        <p:txBody>
          <a:bodyPr/>
          <a:lstStyle/>
          <a:p>
            <a:endParaRPr lang="en-US"/>
          </a:p>
        </p:txBody>
      </p:sp>
      <p:sp>
        <p:nvSpPr>
          <p:cNvPr id="14" name="Shape 11"/>
          <p:cNvSpPr/>
          <p:nvPr/>
        </p:nvSpPr>
        <p:spPr>
          <a:xfrm>
            <a:off x="457200" y="2240280"/>
            <a:ext cx="54864" cy="777240"/>
          </a:xfrm>
          <a:prstGeom prst="rect">
            <a:avLst/>
          </a:prstGeom>
          <a:solidFill>
            <a:srgbClr val="E8553D"/>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40080" y="2404872"/>
            <a:ext cx="411480" cy="411480"/>
          </a:xfrm>
          <a:prstGeom prst="rect">
            <a:avLst/>
          </a:prstGeom>
        </p:spPr>
      </p:pic>
      <p:sp>
        <p:nvSpPr>
          <p:cNvPr id="16" name="Text 12"/>
          <p:cNvSpPr/>
          <p:nvPr/>
        </p:nvSpPr>
        <p:spPr>
          <a:xfrm>
            <a:off x="1188720" y="2267712"/>
            <a:ext cx="1371600" cy="228600"/>
          </a:xfrm>
          <a:prstGeom prst="rect">
            <a:avLst/>
          </a:prstGeom>
          <a:noFill/>
          <a:ln/>
        </p:spPr>
        <p:txBody>
          <a:bodyPr wrap="square" lIns="0" tIns="0" rIns="0" bIns="0" rtlCol="0" anchor="ctr"/>
          <a:lstStyle/>
          <a:p>
            <a:pPr marL="0" indent="0">
              <a:buNone/>
            </a:pPr>
            <a:r>
              <a:rPr lang="en-US" sz="1000" b="1" kern="0" spc="100" dirty="0">
                <a:solidFill>
                  <a:srgbClr val="E8553D"/>
                </a:solidFill>
                <a:latin typeface="Trebuchet MS" pitchFamily="34" charset="0"/>
                <a:ea typeface="Trebuchet MS" pitchFamily="34" charset="-122"/>
                <a:cs typeface="Trebuchet MS" pitchFamily="34" charset="-120"/>
              </a:rPr>
              <a:t>MOSTLY B's</a:t>
            </a:r>
            <a:endParaRPr lang="en-US" sz="1000" dirty="0"/>
          </a:p>
        </p:txBody>
      </p:sp>
      <p:sp>
        <p:nvSpPr>
          <p:cNvPr id="17" name="Text 13"/>
          <p:cNvSpPr/>
          <p:nvPr/>
        </p:nvSpPr>
        <p:spPr>
          <a:xfrm>
            <a:off x="2560320" y="2267712"/>
            <a:ext cx="16459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BREAKERS</a:t>
            </a:r>
            <a:endParaRPr lang="en-US" sz="1200" dirty="0"/>
          </a:p>
        </p:txBody>
      </p:sp>
      <p:sp>
        <p:nvSpPr>
          <p:cNvPr id="18" name="Text 14"/>
          <p:cNvSpPr/>
          <p:nvPr/>
        </p:nvSpPr>
        <p:spPr>
          <a:xfrm>
            <a:off x="1188720" y="2532888"/>
            <a:ext cx="7315200" cy="41148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You want to probe, test, and find what's broken. You think "I wonder what happens if..." You'd thrive as a Pentester, Red Teamer, Bug Bounty Researcher, or AI Red Teamer.</a:t>
            </a:r>
            <a:endParaRPr lang="en-US" sz="1000" dirty="0"/>
          </a:p>
        </p:txBody>
      </p:sp>
      <p:sp>
        <p:nvSpPr>
          <p:cNvPr id="19" name="Shape 15"/>
          <p:cNvSpPr/>
          <p:nvPr/>
        </p:nvSpPr>
        <p:spPr>
          <a:xfrm>
            <a:off x="457200" y="3063240"/>
            <a:ext cx="8229600" cy="777240"/>
          </a:xfrm>
          <a:prstGeom prst="rect">
            <a:avLst/>
          </a:prstGeom>
          <a:solidFill>
            <a:srgbClr val="182635"/>
          </a:solidFill>
          <a:ln/>
        </p:spPr>
        <p:txBody>
          <a:bodyPr/>
          <a:lstStyle/>
          <a:p>
            <a:endParaRPr lang="en-US"/>
          </a:p>
        </p:txBody>
      </p:sp>
      <p:sp>
        <p:nvSpPr>
          <p:cNvPr id="20" name="Shape 16"/>
          <p:cNvSpPr/>
          <p:nvPr/>
        </p:nvSpPr>
        <p:spPr>
          <a:xfrm>
            <a:off x="457200" y="3063240"/>
            <a:ext cx="54864" cy="777240"/>
          </a:xfrm>
          <a:prstGeom prst="rect">
            <a:avLst/>
          </a:prstGeom>
          <a:solidFill>
            <a:srgbClr val="3B82F6"/>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40080" y="3227832"/>
            <a:ext cx="411480" cy="411480"/>
          </a:xfrm>
          <a:prstGeom prst="rect">
            <a:avLst/>
          </a:prstGeom>
        </p:spPr>
      </p:pic>
      <p:sp>
        <p:nvSpPr>
          <p:cNvPr id="22" name="Text 17"/>
          <p:cNvSpPr/>
          <p:nvPr/>
        </p:nvSpPr>
        <p:spPr>
          <a:xfrm>
            <a:off x="1188720" y="3090672"/>
            <a:ext cx="1371600" cy="228600"/>
          </a:xfrm>
          <a:prstGeom prst="rect">
            <a:avLst/>
          </a:prstGeom>
          <a:noFill/>
          <a:ln/>
        </p:spPr>
        <p:txBody>
          <a:bodyPr wrap="square" lIns="0" tIns="0" rIns="0" bIns="0" rtlCol="0" anchor="ctr"/>
          <a:lstStyle/>
          <a:p>
            <a:pPr marL="0" indent="0">
              <a:buNone/>
            </a:pPr>
            <a:r>
              <a:rPr lang="en-US" sz="1000" b="1" kern="0" spc="100" dirty="0">
                <a:solidFill>
                  <a:srgbClr val="3B82F6"/>
                </a:solidFill>
                <a:latin typeface="Trebuchet MS" pitchFamily="34" charset="0"/>
                <a:ea typeface="Trebuchet MS" pitchFamily="34" charset="-122"/>
                <a:cs typeface="Trebuchet MS" pitchFamily="34" charset="-120"/>
              </a:rPr>
              <a:t>MOSTLY C's</a:t>
            </a:r>
            <a:endParaRPr lang="en-US" sz="1000" dirty="0"/>
          </a:p>
        </p:txBody>
      </p:sp>
      <p:sp>
        <p:nvSpPr>
          <p:cNvPr id="23" name="Text 18"/>
          <p:cNvSpPr/>
          <p:nvPr/>
        </p:nvSpPr>
        <p:spPr>
          <a:xfrm>
            <a:off x="2560320" y="3090672"/>
            <a:ext cx="16459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DEFENDERS</a:t>
            </a:r>
            <a:endParaRPr lang="en-US" sz="1200" dirty="0"/>
          </a:p>
        </p:txBody>
      </p:sp>
      <p:sp>
        <p:nvSpPr>
          <p:cNvPr id="24" name="Text 19"/>
          <p:cNvSpPr/>
          <p:nvPr/>
        </p:nvSpPr>
        <p:spPr>
          <a:xfrm>
            <a:off x="1188720" y="3355848"/>
            <a:ext cx="7315200" cy="41148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You want to protect, monitor, and respond. You think "Something's not right here." You'd thrive as a SOC Analyst, Incident Responder, Detection Engineer, or Threat Hunter.</a:t>
            </a:r>
            <a:endParaRPr lang="en-US" sz="1000" dirty="0"/>
          </a:p>
        </p:txBody>
      </p:sp>
      <p:sp>
        <p:nvSpPr>
          <p:cNvPr id="25" name="Shape 20"/>
          <p:cNvSpPr/>
          <p:nvPr/>
        </p:nvSpPr>
        <p:spPr>
          <a:xfrm>
            <a:off x="457200" y="3886200"/>
            <a:ext cx="8229600" cy="777240"/>
          </a:xfrm>
          <a:prstGeom prst="rect">
            <a:avLst/>
          </a:prstGeom>
          <a:solidFill>
            <a:srgbClr val="182635"/>
          </a:solidFill>
          <a:ln/>
        </p:spPr>
        <p:txBody>
          <a:bodyPr/>
          <a:lstStyle/>
          <a:p>
            <a:endParaRPr lang="en-US"/>
          </a:p>
        </p:txBody>
      </p:sp>
      <p:sp>
        <p:nvSpPr>
          <p:cNvPr id="26" name="Shape 21"/>
          <p:cNvSpPr/>
          <p:nvPr/>
        </p:nvSpPr>
        <p:spPr>
          <a:xfrm>
            <a:off x="457200" y="3886200"/>
            <a:ext cx="54864" cy="777240"/>
          </a:xfrm>
          <a:prstGeom prst="rect">
            <a:avLst/>
          </a:prstGeom>
          <a:solidFill>
            <a:srgbClr val="F7B267"/>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640080" y="4050792"/>
            <a:ext cx="411480" cy="411480"/>
          </a:xfrm>
          <a:prstGeom prst="rect">
            <a:avLst/>
          </a:prstGeom>
        </p:spPr>
      </p:pic>
      <p:sp>
        <p:nvSpPr>
          <p:cNvPr id="28" name="Text 22"/>
          <p:cNvSpPr/>
          <p:nvPr/>
        </p:nvSpPr>
        <p:spPr>
          <a:xfrm>
            <a:off x="1188720" y="3913632"/>
            <a:ext cx="1371600" cy="228600"/>
          </a:xfrm>
          <a:prstGeom prst="rect">
            <a:avLst/>
          </a:prstGeom>
          <a:noFill/>
          <a:ln/>
        </p:spPr>
        <p:txBody>
          <a:bodyPr wrap="square" lIns="0" tIns="0" rIns="0" bIns="0" rtlCol="0" anchor="ctr"/>
          <a:lstStyle/>
          <a:p>
            <a:pPr marL="0" indent="0">
              <a:buNone/>
            </a:pPr>
            <a:r>
              <a:rPr lang="en-US" sz="1000" b="1" kern="0" spc="100" dirty="0">
                <a:solidFill>
                  <a:srgbClr val="F7B267"/>
                </a:solidFill>
                <a:latin typeface="Trebuchet MS" pitchFamily="34" charset="0"/>
                <a:ea typeface="Trebuchet MS" pitchFamily="34" charset="-122"/>
                <a:cs typeface="Trebuchet MS" pitchFamily="34" charset="-120"/>
              </a:rPr>
              <a:t>MOSTLY D's</a:t>
            </a:r>
            <a:endParaRPr lang="en-US" sz="1000" dirty="0"/>
          </a:p>
        </p:txBody>
      </p:sp>
      <p:sp>
        <p:nvSpPr>
          <p:cNvPr id="29" name="Text 23"/>
          <p:cNvSpPr/>
          <p:nvPr/>
        </p:nvSpPr>
        <p:spPr>
          <a:xfrm>
            <a:off x="2560320" y="3913632"/>
            <a:ext cx="16459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GOVERNORS</a:t>
            </a:r>
            <a:endParaRPr lang="en-US" sz="1200" dirty="0"/>
          </a:p>
        </p:txBody>
      </p:sp>
      <p:sp>
        <p:nvSpPr>
          <p:cNvPr id="30" name="Text 24"/>
          <p:cNvSpPr/>
          <p:nvPr/>
        </p:nvSpPr>
        <p:spPr>
          <a:xfrm>
            <a:off x="1188720" y="4178808"/>
            <a:ext cx="7315200" cy="411480"/>
          </a:xfrm>
          <a:prstGeom prst="rect">
            <a:avLst/>
          </a:prstGeom>
          <a:noFill/>
          <a:ln/>
        </p:spPr>
        <p:txBody>
          <a:bodyPr wrap="square" lIns="0" tIns="0" rIns="0" bIns="0" rtlCol="0" anchor="ctr"/>
          <a:lstStyle/>
          <a:p>
            <a:pPr marL="0" indent="0">
              <a:buNone/>
            </a:pPr>
            <a:r>
              <a:rPr lang="en-US" sz="1000" dirty="0">
                <a:solidFill>
                  <a:srgbClr val="CBD5E0"/>
                </a:solidFill>
                <a:latin typeface="Calibri" pitchFamily="34" charset="0"/>
                <a:ea typeface="Calibri" pitchFamily="34" charset="-122"/>
                <a:cs typeface="Calibri" pitchFamily="34" charset="-120"/>
              </a:rPr>
              <a:t>You want to organize, assess risk, and ensure accountability. You think "What's the process?" You'd thrive as a GRC Analyst, IT Auditor, Compliance Manager, or AI Governance Specialist.</a:t>
            </a:r>
            <a:endParaRPr lang="en-US" sz="1000" dirty="0"/>
          </a:p>
        </p:txBody>
      </p:sp>
      <p:sp>
        <p:nvSpPr>
          <p:cNvPr id="31" name="Text 25"/>
          <p:cNvSpPr/>
          <p:nvPr/>
        </p:nvSpPr>
        <p:spPr>
          <a:xfrm>
            <a:off x="548640" y="4696444"/>
            <a:ext cx="8046720" cy="274320"/>
          </a:xfrm>
          <a:prstGeom prst="rect">
            <a:avLst/>
          </a:prstGeom>
          <a:noFill/>
          <a:ln/>
        </p:spPr>
        <p:txBody>
          <a:bodyPr wrap="square" lIns="0" tIns="0" rIns="0" bIns="0" rtlCol="0" anchor="ctr"/>
          <a:lstStyle/>
          <a:p>
            <a:pPr marL="0" indent="0">
              <a:buNone/>
            </a:pPr>
            <a:r>
              <a:rPr lang="en-US" sz="1100" i="1" dirty="0">
                <a:solidFill>
                  <a:srgbClr val="38A169"/>
                </a:solidFill>
                <a:latin typeface="Calibri" pitchFamily="34" charset="0"/>
                <a:ea typeface="Calibri" pitchFamily="34" charset="-122"/>
                <a:cs typeface="Calibri" pitchFamily="34" charset="-120"/>
              </a:rPr>
              <a:t>Tied? You're a hybrid. That's an advantage, not a problem. Most security leaders draw from multiple families.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4B5FD"/>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The SOC Analyst Is Not Dying.</a:t>
            </a:r>
            <a:endParaRPr lang="en-US" sz="2800" dirty="0"/>
          </a:p>
        </p:txBody>
      </p:sp>
      <p:sp>
        <p:nvSpPr>
          <p:cNvPr id="4" name="Text 2"/>
          <p:cNvSpPr/>
          <p:nvPr/>
        </p:nvSpPr>
        <p:spPr>
          <a:xfrm>
            <a:off x="548640" y="548640"/>
            <a:ext cx="3657600" cy="411480"/>
          </a:xfrm>
          <a:prstGeom prst="rect">
            <a:avLst/>
          </a:prstGeom>
          <a:noFill/>
          <a:ln/>
        </p:spPr>
        <p:txBody>
          <a:bodyPr wrap="square" lIns="0" tIns="0" rIns="0" bIns="0" rtlCol="0" anchor="ctr"/>
          <a:lstStyle/>
          <a:p>
            <a:pPr marL="0" indent="0">
              <a:buNone/>
            </a:pPr>
            <a:r>
              <a:rPr lang="en-US" sz="2800" b="1" dirty="0">
                <a:solidFill>
                  <a:srgbClr val="C4B5FD"/>
                </a:solidFill>
                <a:latin typeface="Trebuchet MS" pitchFamily="34" charset="0"/>
                <a:ea typeface="Trebuchet MS" pitchFamily="34" charset="-122"/>
                <a:cs typeface="Trebuchet MS" pitchFamily="34" charset="-120"/>
              </a:rPr>
              <a:t>It Is Evolving.</a:t>
            </a:r>
            <a:endParaRPr lang="en-US" sz="2800" dirty="0"/>
          </a:p>
        </p:txBody>
      </p:sp>
      <p:sp>
        <p:nvSpPr>
          <p:cNvPr id="5" name="Shape 3"/>
          <p:cNvSpPr/>
          <p:nvPr/>
        </p:nvSpPr>
        <p:spPr>
          <a:xfrm>
            <a:off x="548640" y="1097280"/>
            <a:ext cx="3886200" cy="1280160"/>
          </a:xfrm>
          <a:prstGeom prst="rect">
            <a:avLst/>
          </a:prstGeom>
          <a:solidFill>
            <a:srgbClr val="18263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85800" y="1188720"/>
            <a:ext cx="320040" cy="320040"/>
          </a:xfrm>
          <a:prstGeom prst="rect">
            <a:avLst/>
          </a:prstGeom>
        </p:spPr>
      </p:pic>
      <p:sp>
        <p:nvSpPr>
          <p:cNvPr id="7" name="Text 4"/>
          <p:cNvSpPr/>
          <p:nvPr/>
        </p:nvSpPr>
        <p:spPr>
          <a:xfrm>
            <a:off x="1097280" y="1143000"/>
            <a:ext cx="1828800" cy="365760"/>
          </a:xfrm>
          <a:prstGeom prst="rect">
            <a:avLst/>
          </a:prstGeom>
          <a:noFill/>
          <a:ln/>
        </p:spPr>
        <p:txBody>
          <a:bodyPr wrap="square" lIns="0" tIns="0" rIns="0" bIns="0" rtlCol="0" anchor="ctr"/>
          <a:lstStyle/>
          <a:p>
            <a:pPr marL="0" indent="0">
              <a:buNone/>
            </a:pPr>
            <a:r>
              <a:rPr lang="en-US" sz="1400" b="1" dirty="0">
                <a:solidFill>
                  <a:srgbClr val="E8553D"/>
                </a:solidFill>
                <a:latin typeface="Trebuchet MS" pitchFamily="34" charset="0"/>
                <a:ea typeface="Trebuchet MS" pitchFamily="34" charset="-122"/>
                <a:cs typeface="Trebuchet MS" pitchFamily="34" charset="-120"/>
              </a:rPr>
              <a:t>Shrinking</a:t>
            </a:r>
            <a:endParaRPr lang="en-US" sz="1400" dirty="0"/>
          </a:p>
        </p:txBody>
      </p:sp>
      <p:sp>
        <p:nvSpPr>
          <p:cNvPr id="8" name="Text 5"/>
          <p:cNvSpPr/>
          <p:nvPr/>
        </p:nvSpPr>
        <p:spPr>
          <a:xfrm>
            <a:off x="731520" y="1554480"/>
            <a:ext cx="3474720" cy="7772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Manual alert triage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Copy-paste ticket workflows</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First-pass log review</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Basic indicator lookups</a:t>
            </a:r>
            <a:endParaRPr lang="en-US" sz="1050" dirty="0"/>
          </a:p>
        </p:txBody>
      </p:sp>
      <p:sp>
        <p:nvSpPr>
          <p:cNvPr id="9" name="Shape 6"/>
          <p:cNvSpPr/>
          <p:nvPr/>
        </p:nvSpPr>
        <p:spPr>
          <a:xfrm>
            <a:off x="4709160" y="1097280"/>
            <a:ext cx="3886200" cy="1280160"/>
          </a:xfrm>
          <a:prstGeom prst="rect">
            <a:avLst/>
          </a:prstGeom>
          <a:solidFill>
            <a:srgbClr val="182635"/>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846320" y="1188720"/>
            <a:ext cx="320040" cy="320040"/>
          </a:xfrm>
          <a:prstGeom prst="rect">
            <a:avLst/>
          </a:prstGeom>
        </p:spPr>
      </p:pic>
      <p:sp>
        <p:nvSpPr>
          <p:cNvPr id="11" name="Text 7"/>
          <p:cNvSpPr/>
          <p:nvPr/>
        </p:nvSpPr>
        <p:spPr>
          <a:xfrm>
            <a:off x="5257800" y="1143000"/>
            <a:ext cx="2743200" cy="365760"/>
          </a:xfrm>
          <a:prstGeom prst="rect">
            <a:avLst/>
          </a:prstGeom>
          <a:noFill/>
          <a:ln/>
        </p:spPr>
        <p:txBody>
          <a:bodyPr wrap="square" lIns="0" tIns="0" rIns="0" bIns="0" rtlCol="0" anchor="ctr"/>
          <a:lstStyle/>
          <a:p>
            <a:pPr marL="0" indent="0">
              <a:buNone/>
            </a:pPr>
            <a:r>
              <a:rPr lang="en-US" sz="1400" b="1" dirty="0">
                <a:solidFill>
                  <a:srgbClr val="38A169"/>
                </a:solidFill>
                <a:latin typeface="Trebuchet MS" pitchFamily="34" charset="0"/>
                <a:ea typeface="Trebuchet MS" pitchFamily="34" charset="-122"/>
                <a:cs typeface="Trebuchet MS" pitchFamily="34" charset="-120"/>
              </a:rPr>
              <a:t>Growing (+40%)</a:t>
            </a:r>
            <a:endParaRPr lang="en-US" sz="1400" dirty="0"/>
          </a:p>
        </p:txBody>
      </p:sp>
      <p:sp>
        <p:nvSpPr>
          <p:cNvPr id="12" name="Text 8"/>
          <p:cNvSpPr/>
          <p:nvPr/>
        </p:nvSpPr>
        <p:spPr>
          <a:xfrm>
            <a:off x="4892040" y="1554480"/>
            <a:ext cx="3474720" cy="7772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Detection engineering &amp; custom rules</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AI-assisted threat hunting</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Automation development (SOAR playbooks)</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AI decision auditing &amp; validation</a:t>
            </a:r>
            <a:endParaRPr lang="en-US" sz="1050" dirty="0"/>
          </a:p>
        </p:txBody>
      </p:sp>
      <p:sp>
        <p:nvSpPr>
          <p:cNvPr id="13" name="Text 9"/>
          <p:cNvSpPr/>
          <p:nvPr/>
        </p:nvSpPr>
        <p:spPr>
          <a:xfrm>
            <a:off x="548640" y="2560320"/>
            <a:ext cx="4572000" cy="36576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The Evolution Path</a:t>
            </a:r>
            <a:endParaRPr lang="en-US" sz="1500" dirty="0"/>
          </a:p>
        </p:txBody>
      </p:sp>
      <p:sp>
        <p:nvSpPr>
          <p:cNvPr id="14" name="Shape 10"/>
          <p:cNvSpPr/>
          <p:nvPr/>
        </p:nvSpPr>
        <p:spPr>
          <a:xfrm>
            <a:off x="457200" y="3017520"/>
            <a:ext cx="1554480" cy="502920"/>
          </a:xfrm>
          <a:prstGeom prst="rect">
            <a:avLst/>
          </a:prstGeom>
          <a:solidFill>
            <a:srgbClr val="182635"/>
          </a:solidFill>
          <a:ln/>
        </p:spPr>
        <p:txBody>
          <a:bodyPr/>
          <a:lstStyle/>
          <a:p>
            <a:endParaRPr lang="en-US"/>
          </a:p>
        </p:txBody>
      </p:sp>
      <p:sp>
        <p:nvSpPr>
          <p:cNvPr id="15" name="Shape 11"/>
          <p:cNvSpPr/>
          <p:nvPr/>
        </p:nvSpPr>
        <p:spPr>
          <a:xfrm>
            <a:off x="457200" y="3017520"/>
            <a:ext cx="1554480" cy="45720"/>
          </a:xfrm>
          <a:prstGeom prst="rect">
            <a:avLst/>
          </a:prstGeom>
          <a:solidFill>
            <a:srgbClr val="3B82F6"/>
          </a:solidFill>
          <a:ln/>
        </p:spPr>
        <p:txBody>
          <a:bodyPr/>
          <a:lstStyle/>
          <a:p>
            <a:endParaRPr lang="en-US"/>
          </a:p>
        </p:txBody>
      </p:sp>
      <p:sp>
        <p:nvSpPr>
          <p:cNvPr id="16" name="Text 12"/>
          <p:cNvSpPr/>
          <p:nvPr/>
        </p:nvSpPr>
        <p:spPr>
          <a:xfrm>
            <a:off x="457200" y="3017520"/>
            <a:ext cx="15544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SOC Analyst</a:t>
            </a:r>
            <a:endParaRPr lang="en-US" sz="1000" dirty="0"/>
          </a:p>
        </p:txBody>
      </p:sp>
      <p:sp>
        <p:nvSpPr>
          <p:cNvPr id="17" name="Text 13"/>
          <p:cNvSpPr/>
          <p:nvPr/>
        </p:nvSpPr>
        <p:spPr>
          <a:xfrm>
            <a:off x="2011680" y="3017520"/>
            <a:ext cx="182880" cy="502920"/>
          </a:xfrm>
          <a:prstGeom prst="rect">
            <a:avLst/>
          </a:prstGeom>
          <a:noFill/>
          <a:ln/>
        </p:spPr>
        <p:txBody>
          <a:bodyPr wrap="square" rtlCol="0" anchor="ctr"/>
          <a:lstStyle/>
          <a:p>
            <a:pPr marL="0" indent="0" algn="ctr">
              <a:buNone/>
            </a:pPr>
            <a:r>
              <a:rPr lang="en-US" sz="1400" dirty="0">
                <a:solidFill>
                  <a:srgbClr val="718096"/>
                </a:solidFill>
              </a:rPr>
              <a:t>&gt;</a:t>
            </a:r>
            <a:endParaRPr lang="en-US" sz="1400" dirty="0"/>
          </a:p>
        </p:txBody>
      </p:sp>
      <p:sp>
        <p:nvSpPr>
          <p:cNvPr id="18" name="Shape 14"/>
          <p:cNvSpPr/>
          <p:nvPr/>
        </p:nvSpPr>
        <p:spPr>
          <a:xfrm>
            <a:off x="2194560" y="3017520"/>
            <a:ext cx="1554480" cy="502920"/>
          </a:xfrm>
          <a:prstGeom prst="rect">
            <a:avLst/>
          </a:prstGeom>
          <a:solidFill>
            <a:srgbClr val="182635"/>
          </a:solidFill>
          <a:ln/>
        </p:spPr>
        <p:txBody>
          <a:bodyPr/>
          <a:lstStyle/>
          <a:p>
            <a:endParaRPr lang="en-US"/>
          </a:p>
        </p:txBody>
      </p:sp>
      <p:sp>
        <p:nvSpPr>
          <p:cNvPr id="19" name="Shape 15"/>
          <p:cNvSpPr/>
          <p:nvPr/>
        </p:nvSpPr>
        <p:spPr>
          <a:xfrm>
            <a:off x="2194560" y="3017520"/>
            <a:ext cx="1554480" cy="45720"/>
          </a:xfrm>
          <a:prstGeom prst="rect">
            <a:avLst/>
          </a:prstGeom>
          <a:solidFill>
            <a:srgbClr val="2B9EA2"/>
          </a:solidFill>
          <a:ln/>
        </p:spPr>
        <p:txBody>
          <a:bodyPr/>
          <a:lstStyle/>
          <a:p>
            <a:endParaRPr lang="en-US"/>
          </a:p>
        </p:txBody>
      </p:sp>
      <p:sp>
        <p:nvSpPr>
          <p:cNvPr id="20" name="Text 16"/>
          <p:cNvSpPr/>
          <p:nvPr/>
        </p:nvSpPr>
        <p:spPr>
          <a:xfrm>
            <a:off x="2194560" y="3017520"/>
            <a:ext cx="15544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Detection Engineer</a:t>
            </a:r>
            <a:endParaRPr lang="en-US" sz="1000" dirty="0"/>
          </a:p>
        </p:txBody>
      </p:sp>
      <p:sp>
        <p:nvSpPr>
          <p:cNvPr id="21" name="Text 17"/>
          <p:cNvSpPr/>
          <p:nvPr/>
        </p:nvSpPr>
        <p:spPr>
          <a:xfrm>
            <a:off x="3749040" y="3017520"/>
            <a:ext cx="182880" cy="502920"/>
          </a:xfrm>
          <a:prstGeom prst="rect">
            <a:avLst/>
          </a:prstGeom>
          <a:noFill/>
          <a:ln/>
        </p:spPr>
        <p:txBody>
          <a:bodyPr wrap="square" rtlCol="0" anchor="ctr"/>
          <a:lstStyle/>
          <a:p>
            <a:pPr marL="0" indent="0" algn="ctr">
              <a:buNone/>
            </a:pPr>
            <a:r>
              <a:rPr lang="en-US" sz="1400" dirty="0">
                <a:solidFill>
                  <a:srgbClr val="718096"/>
                </a:solidFill>
              </a:rPr>
              <a:t>&gt;</a:t>
            </a:r>
            <a:endParaRPr lang="en-US" sz="1400" dirty="0"/>
          </a:p>
        </p:txBody>
      </p:sp>
      <p:sp>
        <p:nvSpPr>
          <p:cNvPr id="22" name="Shape 18"/>
          <p:cNvSpPr/>
          <p:nvPr/>
        </p:nvSpPr>
        <p:spPr>
          <a:xfrm>
            <a:off x="3931920" y="3017520"/>
            <a:ext cx="1554480" cy="502920"/>
          </a:xfrm>
          <a:prstGeom prst="rect">
            <a:avLst/>
          </a:prstGeom>
          <a:solidFill>
            <a:srgbClr val="182635"/>
          </a:solidFill>
          <a:ln/>
        </p:spPr>
        <p:txBody>
          <a:bodyPr/>
          <a:lstStyle/>
          <a:p>
            <a:endParaRPr lang="en-US"/>
          </a:p>
        </p:txBody>
      </p:sp>
      <p:sp>
        <p:nvSpPr>
          <p:cNvPr id="23" name="Shape 19"/>
          <p:cNvSpPr/>
          <p:nvPr/>
        </p:nvSpPr>
        <p:spPr>
          <a:xfrm>
            <a:off x="3931920" y="3017520"/>
            <a:ext cx="1554480" cy="45720"/>
          </a:xfrm>
          <a:prstGeom prst="rect">
            <a:avLst/>
          </a:prstGeom>
          <a:solidFill>
            <a:srgbClr val="E8553D"/>
          </a:solidFill>
          <a:ln/>
        </p:spPr>
        <p:txBody>
          <a:bodyPr/>
          <a:lstStyle/>
          <a:p>
            <a:endParaRPr lang="en-US"/>
          </a:p>
        </p:txBody>
      </p:sp>
      <p:sp>
        <p:nvSpPr>
          <p:cNvPr id="24" name="Text 20"/>
          <p:cNvSpPr/>
          <p:nvPr/>
        </p:nvSpPr>
        <p:spPr>
          <a:xfrm>
            <a:off x="3931920" y="3017520"/>
            <a:ext cx="15544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Threat Hunter</a:t>
            </a:r>
            <a:endParaRPr lang="en-US" sz="1000" dirty="0"/>
          </a:p>
        </p:txBody>
      </p:sp>
      <p:sp>
        <p:nvSpPr>
          <p:cNvPr id="25" name="Text 21"/>
          <p:cNvSpPr/>
          <p:nvPr/>
        </p:nvSpPr>
        <p:spPr>
          <a:xfrm>
            <a:off x="5486400" y="3017520"/>
            <a:ext cx="182880" cy="502920"/>
          </a:xfrm>
          <a:prstGeom prst="rect">
            <a:avLst/>
          </a:prstGeom>
          <a:noFill/>
          <a:ln/>
        </p:spPr>
        <p:txBody>
          <a:bodyPr wrap="square" rtlCol="0" anchor="ctr"/>
          <a:lstStyle/>
          <a:p>
            <a:pPr marL="0" indent="0" algn="ctr">
              <a:buNone/>
            </a:pPr>
            <a:r>
              <a:rPr lang="en-US" sz="1400" dirty="0">
                <a:solidFill>
                  <a:srgbClr val="718096"/>
                </a:solidFill>
              </a:rPr>
              <a:t>&gt;</a:t>
            </a:r>
            <a:endParaRPr lang="en-US" sz="1400" dirty="0"/>
          </a:p>
        </p:txBody>
      </p:sp>
      <p:sp>
        <p:nvSpPr>
          <p:cNvPr id="26" name="Shape 22"/>
          <p:cNvSpPr/>
          <p:nvPr/>
        </p:nvSpPr>
        <p:spPr>
          <a:xfrm>
            <a:off x="5669280" y="3017520"/>
            <a:ext cx="1554480" cy="502920"/>
          </a:xfrm>
          <a:prstGeom prst="rect">
            <a:avLst/>
          </a:prstGeom>
          <a:solidFill>
            <a:srgbClr val="182635"/>
          </a:solidFill>
          <a:ln/>
        </p:spPr>
        <p:txBody>
          <a:bodyPr/>
          <a:lstStyle/>
          <a:p>
            <a:endParaRPr lang="en-US"/>
          </a:p>
        </p:txBody>
      </p:sp>
      <p:sp>
        <p:nvSpPr>
          <p:cNvPr id="27" name="Shape 23"/>
          <p:cNvSpPr/>
          <p:nvPr/>
        </p:nvSpPr>
        <p:spPr>
          <a:xfrm>
            <a:off x="5669280" y="3017520"/>
            <a:ext cx="1554480" cy="45720"/>
          </a:xfrm>
          <a:prstGeom prst="rect">
            <a:avLst/>
          </a:prstGeom>
          <a:solidFill>
            <a:srgbClr val="C4B5FD"/>
          </a:solidFill>
          <a:ln/>
        </p:spPr>
        <p:txBody>
          <a:bodyPr/>
          <a:lstStyle/>
          <a:p>
            <a:endParaRPr lang="en-US"/>
          </a:p>
        </p:txBody>
      </p:sp>
      <p:sp>
        <p:nvSpPr>
          <p:cNvPr id="28" name="Text 24"/>
          <p:cNvSpPr/>
          <p:nvPr/>
        </p:nvSpPr>
        <p:spPr>
          <a:xfrm>
            <a:off x="5669280" y="3017520"/>
            <a:ext cx="15544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AI SOC Supervisor</a:t>
            </a:r>
            <a:endParaRPr lang="en-US" sz="1000" dirty="0"/>
          </a:p>
        </p:txBody>
      </p:sp>
      <p:sp>
        <p:nvSpPr>
          <p:cNvPr id="29" name="Text 25"/>
          <p:cNvSpPr/>
          <p:nvPr/>
        </p:nvSpPr>
        <p:spPr>
          <a:xfrm>
            <a:off x="7223760" y="3017520"/>
            <a:ext cx="182880" cy="502920"/>
          </a:xfrm>
          <a:prstGeom prst="rect">
            <a:avLst/>
          </a:prstGeom>
          <a:noFill/>
          <a:ln/>
        </p:spPr>
        <p:txBody>
          <a:bodyPr wrap="square" rtlCol="0" anchor="ctr"/>
          <a:lstStyle/>
          <a:p>
            <a:pPr marL="0" indent="0" algn="ctr">
              <a:buNone/>
            </a:pPr>
            <a:r>
              <a:rPr lang="en-US" sz="1400" dirty="0">
                <a:solidFill>
                  <a:srgbClr val="718096"/>
                </a:solidFill>
              </a:rPr>
              <a:t>&gt;</a:t>
            </a:r>
            <a:endParaRPr lang="en-US" sz="1400" dirty="0"/>
          </a:p>
        </p:txBody>
      </p:sp>
      <p:sp>
        <p:nvSpPr>
          <p:cNvPr id="30" name="Shape 26"/>
          <p:cNvSpPr/>
          <p:nvPr/>
        </p:nvSpPr>
        <p:spPr>
          <a:xfrm>
            <a:off x="7406640" y="3017520"/>
            <a:ext cx="1554480" cy="502920"/>
          </a:xfrm>
          <a:prstGeom prst="rect">
            <a:avLst/>
          </a:prstGeom>
          <a:solidFill>
            <a:srgbClr val="182635"/>
          </a:solidFill>
          <a:ln/>
        </p:spPr>
        <p:txBody>
          <a:bodyPr/>
          <a:lstStyle/>
          <a:p>
            <a:endParaRPr lang="en-US"/>
          </a:p>
        </p:txBody>
      </p:sp>
      <p:sp>
        <p:nvSpPr>
          <p:cNvPr id="31" name="Shape 27"/>
          <p:cNvSpPr/>
          <p:nvPr/>
        </p:nvSpPr>
        <p:spPr>
          <a:xfrm>
            <a:off x="7406640" y="3017520"/>
            <a:ext cx="1554480" cy="45720"/>
          </a:xfrm>
          <a:prstGeom prst="rect">
            <a:avLst/>
          </a:prstGeom>
          <a:solidFill>
            <a:srgbClr val="38A169"/>
          </a:solidFill>
          <a:ln/>
        </p:spPr>
        <p:txBody>
          <a:bodyPr/>
          <a:lstStyle/>
          <a:p>
            <a:endParaRPr lang="en-US"/>
          </a:p>
        </p:txBody>
      </p:sp>
      <p:sp>
        <p:nvSpPr>
          <p:cNvPr id="32" name="Text 28"/>
          <p:cNvSpPr/>
          <p:nvPr/>
        </p:nvSpPr>
        <p:spPr>
          <a:xfrm>
            <a:off x="7406640" y="3017520"/>
            <a:ext cx="15544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SOC Manager</a:t>
            </a:r>
            <a:endParaRPr lang="en-US" sz="1000" dirty="0"/>
          </a:p>
        </p:txBody>
      </p:sp>
      <p:sp>
        <p:nvSpPr>
          <p:cNvPr id="33" name="Text 29"/>
          <p:cNvSpPr/>
          <p:nvPr/>
        </p:nvSpPr>
        <p:spPr>
          <a:xfrm>
            <a:off x="548640" y="3749040"/>
            <a:ext cx="4572000" cy="320040"/>
          </a:xfrm>
          <a:prstGeom prst="rect">
            <a:avLst/>
          </a:prstGeom>
          <a:noFill/>
          <a:ln/>
        </p:spPr>
        <p:txBody>
          <a:bodyPr wrap="square" lIns="0" tIns="0" rIns="0" bIns="0" rtlCol="0" anchor="ctr"/>
          <a:lstStyle/>
          <a:p>
            <a:pPr marL="0" indent="0">
              <a:buNone/>
            </a:pPr>
            <a:r>
              <a:rPr lang="en-US" sz="1300" b="1" dirty="0">
                <a:solidFill>
                  <a:srgbClr val="F7B267"/>
                </a:solidFill>
                <a:latin typeface="Trebuchet MS" pitchFamily="34" charset="0"/>
                <a:ea typeface="Trebuchet MS" pitchFamily="34" charset="-122"/>
                <a:cs typeface="Trebuchet MS" pitchFamily="34" charset="-120"/>
              </a:rPr>
              <a:t>Skills to Add Right Now</a:t>
            </a:r>
            <a:endParaRPr lang="en-US" sz="1300" dirty="0"/>
          </a:p>
        </p:txBody>
      </p:sp>
      <p:sp>
        <p:nvSpPr>
          <p:cNvPr id="34" name="Text 30"/>
          <p:cNvSpPr/>
          <p:nvPr/>
        </p:nvSpPr>
        <p:spPr>
          <a:xfrm>
            <a:off x="548640" y="4114800"/>
            <a:ext cx="8046720" cy="365760"/>
          </a:xfrm>
          <a:prstGeom prst="rect">
            <a:avLst/>
          </a:prstGeom>
          <a:noFill/>
          <a:ln/>
        </p:spPr>
        <p:txBody>
          <a:bodyPr wrap="square" lIns="0" tIns="0" rIns="0" bIns="0" rtlCol="0" anchor="ctr"/>
          <a:lstStyle/>
          <a:p>
            <a:pPr marL="0" indent="0">
              <a:buNone/>
            </a:pPr>
            <a:r>
              <a:rPr lang="en-US" sz="1100" dirty="0">
                <a:solidFill>
                  <a:srgbClr val="CBD5E0"/>
                </a:solidFill>
                <a:latin typeface="Calibri" pitchFamily="34" charset="0"/>
                <a:ea typeface="Calibri" pitchFamily="34" charset="-122"/>
                <a:cs typeface="Calibri" pitchFamily="34" charset="-120"/>
              </a:rPr>
              <a:t>AI decision auditing  |  SOAR playbook development  |  Detection rule writing (Sigma, YARA)  |  Prompt engineering for security  |  Business context analysis</a:t>
            </a:r>
            <a:endParaRPr lang="en-US" sz="1100" dirty="0"/>
          </a:p>
        </p:txBody>
      </p:sp>
      <p:sp>
        <p:nvSpPr>
          <p:cNvPr id="35" name="Text 31"/>
          <p:cNvSpPr/>
          <p:nvPr/>
        </p:nvSpPr>
        <p:spPr>
          <a:xfrm>
            <a:off x="548640" y="4572000"/>
            <a:ext cx="8046720" cy="320040"/>
          </a:xfrm>
          <a:prstGeom prst="rect">
            <a:avLst/>
          </a:prstGeom>
          <a:noFill/>
          <a:ln/>
        </p:spPr>
        <p:txBody>
          <a:bodyPr wrap="square" lIns="0" tIns="0" rIns="0" bIns="0"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Only 2% believe AI will fully replace cybersecurity professionals. But 52% agree entry-level repetitive work is changing.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4B5FD"/>
          </a:solidFill>
          <a:ln/>
        </p:spPr>
        <p:txBody>
          <a:bodyPr/>
          <a:lstStyle/>
          <a:p>
            <a:endParaRPr lang="en-US"/>
          </a:p>
        </p:txBody>
      </p:sp>
      <p:sp>
        <p:nvSpPr>
          <p:cNvPr id="3" name="Text 1"/>
          <p:cNvSpPr/>
          <p:nvPr/>
        </p:nvSpPr>
        <p:spPr>
          <a:xfrm>
            <a:off x="548640" y="137160"/>
            <a:ext cx="77724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Your AI Cybersecurity Learning Path</a:t>
            </a:r>
            <a:endParaRPr lang="en-US" sz="2800" dirty="0"/>
          </a:p>
        </p:txBody>
      </p:sp>
      <p:sp>
        <p:nvSpPr>
          <p:cNvPr id="4" name="Text 2"/>
          <p:cNvSpPr/>
          <p:nvPr/>
        </p:nvSpPr>
        <p:spPr>
          <a:xfrm>
            <a:off x="548640" y="594360"/>
            <a:ext cx="7315200" cy="274320"/>
          </a:xfrm>
          <a:prstGeom prst="rect">
            <a:avLst/>
          </a:prstGeom>
          <a:noFill/>
          <a:ln/>
        </p:spPr>
        <p:txBody>
          <a:bodyPr wrap="square" lIns="0" tIns="0" rIns="0" bIns="0" rtlCol="0" anchor="ctr"/>
          <a:lstStyle/>
          <a:p>
            <a:pPr marL="0" indent="0">
              <a:buNone/>
            </a:pPr>
            <a:r>
              <a:rPr lang="en-US" sz="1200" dirty="0">
                <a:solidFill>
                  <a:srgbClr val="F7B267"/>
                </a:solidFill>
                <a:latin typeface="Calibri" pitchFamily="34" charset="0"/>
                <a:ea typeface="Calibri" pitchFamily="34" charset="-122"/>
                <a:cs typeface="Calibri" pitchFamily="34" charset="-120"/>
              </a:rPr>
              <a:t>AI is the #1 most-needed skill in cybersecurity (ISC2 2025). Here's how to start.</a:t>
            </a:r>
            <a:endParaRPr lang="en-US" sz="1200" dirty="0"/>
          </a:p>
        </p:txBody>
      </p:sp>
      <p:sp>
        <p:nvSpPr>
          <p:cNvPr id="5" name="Shape 3"/>
          <p:cNvSpPr/>
          <p:nvPr/>
        </p:nvSpPr>
        <p:spPr>
          <a:xfrm>
            <a:off x="411480" y="1005840"/>
            <a:ext cx="1965960" cy="3749040"/>
          </a:xfrm>
          <a:prstGeom prst="rect">
            <a:avLst/>
          </a:prstGeom>
          <a:solidFill>
            <a:srgbClr val="182635"/>
          </a:solidFill>
          <a:ln/>
        </p:spPr>
        <p:txBody>
          <a:bodyPr/>
          <a:lstStyle/>
          <a:p>
            <a:endParaRPr lang="en-US"/>
          </a:p>
        </p:txBody>
      </p:sp>
      <p:sp>
        <p:nvSpPr>
          <p:cNvPr id="6" name="Shape 4"/>
          <p:cNvSpPr/>
          <p:nvPr/>
        </p:nvSpPr>
        <p:spPr>
          <a:xfrm>
            <a:off x="411480" y="1005840"/>
            <a:ext cx="1965960" cy="54864"/>
          </a:xfrm>
          <a:prstGeom prst="rect">
            <a:avLst/>
          </a:prstGeom>
          <a:solidFill>
            <a:srgbClr val="2B9EA2"/>
          </a:solidFill>
          <a:ln/>
        </p:spPr>
        <p:txBody>
          <a:bodyPr/>
          <a:lstStyle/>
          <a:p>
            <a:endParaRPr lang="en-US"/>
          </a:p>
        </p:txBody>
      </p:sp>
      <p:sp>
        <p:nvSpPr>
          <p:cNvPr id="7" name="Text 5"/>
          <p:cNvSpPr/>
          <p:nvPr/>
        </p:nvSpPr>
        <p:spPr>
          <a:xfrm>
            <a:off x="411480" y="1143000"/>
            <a:ext cx="1965960" cy="274320"/>
          </a:xfrm>
          <a:prstGeom prst="rect">
            <a:avLst/>
          </a:prstGeom>
          <a:noFill/>
          <a:ln/>
        </p:spPr>
        <p:txBody>
          <a:bodyPr wrap="square" lIns="0" tIns="0" rIns="0" bIns="0" rtlCol="0" anchor="ctr"/>
          <a:lstStyle/>
          <a:p>
            <a:pPr marL="0" indent="0" algn="ctr">
              <a:buNone/>
            </a:pPr>
            <a:r>
              <a:rPr lang="en-US" sz="1100" b="1" kern="0" spc="150" dirty="0">
                <a:solidFill>
                  <a:srgbClr val="2B9EA2"/>
                </a:solidFill>
                <a:latin typeface="Trebuchet MS" pitchFamily="34" charset="0"/>
                <a:ea typeface="Trebuchet MS" pitchFamily="34" charset="-122"/>
                <a:cs typeface="Trebuchet MS" pitchFamily="34" charset="-120"/>
              </a:rPr>
              <a:t>FUNDAMENTALS</a:t>
            </a:r>
            <a:endParaRPr lang="en-US" sz="1100" dirty="0"/>
          </a:p>
        </p:txBody>
      </p:sp>
      <p:sp>
        <p:nvSpPr>
          <p:cNvPr id="8" name="Shape 6"/>
          <p:cNvSpPr/>
          <p:nvPr/>
        </p:nvSpPr>
        <p:spPr>
          <a:xfrm>
            <a:off x="1005840" y="1463040"/>
            <a:ext cx="777240" cy="228600"/>
          </a:xfrm>
          <a:prstGeom prst="rect">
            <a:avLst/>
          </a:prstGeom>
          <a:solidFill>
            <a:srgbClr val="2B9EA2"/>
          </a:solidFill>
          <a:ln/>
        </p:spPr>
        <p:txBody>
          <a:bodyPr/>
          <a:lstStyle/>
          <a:p>
            <a:endParaRPr lang="en-US"/>
          </a:p>
        </p:txBody>
      </p:sp>
      <p:sp>
        <p:nvSpPr>
          <p:cNvPr id="9" name="Text 7"/>
          <p:cNvSpPr/>
          <p:nvPr/>
        </p:nvSpPr>
        <p:spPr>
          <a:xfrm>
            <a:off x="1005840" y="1463040"/>
            <a:ext cx="777240" cy="228600"/>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FREE</a:t>
            </a:r>
            <a:endParaRPr lang="en-US" sz="800" dirty="0"/>
          </a:p>
        </p:txBody>
      </p:sp>
      <p:sp>
        <p:nvSpPr>
          <p:cNvPr id="10" name="Text 8"/>
          <p:cNvSpPr/>
          <p:nvPr/>
        </p:nvSpPr>
        <p:spPr>
          <a:xfrm>
            <a:off x="502920" y="1783080"/>
            <a:ext cx="1783080" cy="283464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Anthropic Prompt</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Engineering (9 chapters)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DeepLearning.AI</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LLM courses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fast.ai Practical</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Deep Learning</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Google Cloud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AI on Coursera</a:t>
            </a:r>
            <a:endParaRPr lang="en-US" sz="950" dirty="0"/>
          </a:p>
        </p:txBody>
      </p:sp>
      <p:sp>
        <p:nvSpPr>
          <p:cNvPr id="11" name="Shape 9"/>
          <p:cNvSpPr/>
          <p:nvPr/>
        </p:nvSpPr>
        <p:spPr>
          <a:xfrm>
            <a:off x="2560320" y="1005840"/>
            <a:ext cx="1965960" cy="3749040"/>
          </a:xfrm>
          <a:prstGeom prst="rect">
            <a:avLst/>
          </a:prstGeom>
          <a:solidFill>
            <a:srgbClr val="182635"/>
          </a:solidFill>
          <a:ln/>
        </p:spPr>
        <p:txBody>
          <a:bodyPr/>
          <a:lstStyle/>
          <a:p>
            <a:endParaRPr lang="en-US"/>
          </a:p>
        </p:txBody>
      </p:sp>
      <p:sp>
        <p:nvSpPr>
          <p:cNvPr id="12" name="Shape 10"/>
          <p:cNvSpPr/>
          <p:nvPr/>
        </p:nvSpPr>
        <p:spPr>
          <a:xfrm>
            <a:off x="2560320" y="1005840"/>
            <a:ext cx="1965960" cy="54864"/>
          </a:xfrm>
          <a:prstGeom prst="rect">
            <a:avLst/>
          </a:prstGeom>
          <a:solidFill>
            <a:srgbClr val="E8553D"/>
          </a:solidFill>
          <a:ln/>
        </p:spPr>
        <p:txBody>
          <a:bodyPr/>
          <a:lstStyle/>
          <a:p>
            <a:endParaRPr lang="en-US"/>
          </a:p>
        </p:txBody>
      </p:sp>
      <p:sp>
        <p:nvSpPr>
          <p:cNvPr id="13" name="Text 11"/>
          <p:cNvSpPr/>
          <p:nvPr/>
        </p:nvSpPr>
        <p:spPr>
          <a:xfrm>
            <a:off x="2560320" y="1143000"/>
            <a:ext cx="1965960" cy="274320"/>
          </a:xfrm>
          <a:prstGeom prst="rect">
            <a:avLst/>
          </a:prstGeom>
          <a:noFill/>
          <a:ln/>
        </p:spPr>
        <p:txBody>
          <a:bodyPr wrap="square" lIns="0" tIns="0" rIns="0" bIns="0" rtlCol="0" anchor="ctr"/>
          <a:lstStyle/>
          <a:p>
            <a:pPr marL="0" indent="0" algn="ctr">
              <a:buNone/>
            </a:pPr>
            <a:r>
              <a:rPr lang="en-US" sz="1100" b="1" kern="0" spc="150" dirty="0">
                <a:solidFill>
                  <a:srgbClr val="E8553D"/>
                </a:solidFill>
                <a:latin typeface="Trebuchet MS" pitchFamily="34" charset="0"/>
                <a:ea typeface="Trebuchet MS" pitchFamily="34" charset="-122"/>
                <a:cs typeface="Trebuchet MS" pitchFamily="34" charset="-120"/>
              </a:rPr>
              <a:t>AI SECURITY</a:t>
            </a:r>
            <a:endParaRPr lang="en-US" sz="1100" dirty="0"/>
          </a:p>
        </p:txBody>
      </p:sp>
      <p:sp>
        <p:nvSpPr>
          <p:cNvPr id="14" name="Shape 12"/>
          <p:cNvSpPr/>
          <p:nvPr/>
        </p:nvSpPr>
        <p:spPr>
          <a:xfrm>
            <a:off x="3154680" y="1463040"/>
            <a:ext cx="777240" cy="228600"/>
          </a:xfrm>
          <a:prstGeom prst="rect">
            <a:avLst/>
          </a:prstGeom>
          <a:solidFill>
            <a:srgbClr val="E8553D"/>
          </a:solidFill>
          <a:ln/>
        </p:spPr>
        <p:txBody>
          <a:bodyPr/>
          <a:lstStyle/>
          <a:p>
            <a:endParaRPr lang="en-US"/>
          </a:p>
        </p:txBody>
      </p:sp>
      <p:sp>
        <p:nvSpPr>
          <p:cNvPr id="15" name="Text 13"/>
          <p:cNvSpPr/>
          <p:nvPr/>
        </p:nvSpPr>
        <p:spPr>
          <a:xfrm>
            <a:off x="3154680" y="1463040"/>
            <a:ext cx="777240" cy="228600"/>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FREE</a:t>
            </a:r>
            <a:endParaRPr lang="en-US" sz="800" dirty="0"/>
          </a:p>
        </p:txBody>
      </p:sp>
      <p:sp>
        <p:nvSpPr>
          <p:cNvPr id="16" name="Text 14"/>
          <p:cNvSpPr/>
          <p:nvPr/>
        </p:nvSpPr>
        <p:spPr>
          <a:xfrm>
            <a:off x="2651760" y="1783080"/>
            <a:ext cx="1783080" cy="283464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OWASP Top 10 for</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LLM Applications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MITRE ATLAS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(AI threat framework)</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Microsoft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Copilot training</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AWS AI/ML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learning path</a:t>
            </a:r>
            <a:endParaRPr lang="en-US" sz="950" dirty="0"/>
          </a:p>
        </p:txBody>
      </p:sp>
      <p:sp>
        <p:nvSpPr>
          <p:cNvPr id="17" name="Shape 15"/>
          <p:cNvSpPr/>
          <p:nvPr/>
        </p:nvSpPr>
        <p:spPr>
          <a:xfrm>
            <a:off x="4709160" y="1005840"/>
            <a:ext cx="1965960" cy="3749040"/>
          </a:xfrm>
          <a:prstGeom prst="rect">
            <a:avLst/>
          </a:prstGeom>
          <a:solidFill>
            <a:srgbClr val="182635"/>
          </a:solidFill>
          <a:ln/>
        </p:spPr>
        <p:txBody>
          <a:bodyPr/>
          <a:lstStyle/>
          <a:p>
            <a:endParaRPr lang="en-US"/>
          </a:p>
        </p:txBody>
      </p:sp>
      <p:sp>
        <p:nvSpPr>
          <p:cNvPr id="18" name="Shape 16"/>
          <p:cNvSpPr/>
          <p:nvPr/>
        </p:nvSpPr>
        <p:spPr>
          <a:xfrm>
            <a:off x="4709160" y="1005840"/>
            <a:ext cx="1965960" cy="54864"/>
          </a:xfrm>
          <a:prstGeom prst="rect">
            <a:avLst/>
          </a:prstGeom>
          <a:solidFill>
            <a:srgbClr val="F7B267"/>
          </a:solidFill>
          <a:ln/>
        </p:spPr>
        <p:txBody>
          <a:bodyPr/>
          <a:lstStyle/>
          <a:p>
            <a:endParaRPr lang="en-US"/>
          </a:p>
        </p:txBody>
      </p:sp>
      <p:sp>
        <p:nvSpPr>
          <p:cNvPr id="19" name="Text 17"/>
          <p:cNvSpPr/>
          <p:nvPr/>
        </p:nvSpPr>
        <p:spPr>
          <a:xfrm>
            <a:off x="4709160" y="1143000"/>
            <a:ext cx="1965960" cy="274320"/>
          </a:xfrm>
          <a:prstGeom prst="rect">
            <a:avLst/>
          </a:prstGeom>
          <a:noFill/>
          <a:ln/>
        </p:spPr>
        <p:txBody>
          <a:bodyPr wrap="square" lIns="0" tIns="0" rIns="0" bIns="0" rtlCol="0" anchor="ctr"/>
          <a:lstStyle/>
          <a:p>
            <a:pPr marL="0" indent="0" algn="ctr">
              <a:buNone/>
            </a:pPr>
            <a:r>
              <a:rPr lang="en-US" sz="1100" b="1" kern="0" spc="150" dirty="0">
                <a:solidFill>
                  <a:srgbClr val="F7B267"/>
                </a:solidFill>
                <a:latin typeface="Trebuchet MS" pitchFamily="34" charset="0"/>
                <a:ea typeface="Trebuchet MS" pitchFamily="34" charset="-122"/>
                <a:cs typeface="Trebuchet MS" pitchFamily="34" charset="-120"/>
              </a:rPr>
              <a:t>AI GOVERNANCE</a:t>
            </a:r>
            <a:endParaRPr lang="en-US" sz="1100" dirty="0"/>
          </a:p>
        </p:txBody>
      </p:sp>
      <p:sp>
        <p:nvSpPr>
          <p:cNvPr id="20" name="Shape 18"/>
          <p:cNvSpPr/>
          <p:nvPr/>
        </p:nvSpPr>
        <p:spPr>
          <a:xfrm>
            <a:off x="5303520" y="1463040"/>
            <a:ext cx="777240" cy="228600"/>
          </a:xfrm>
          <a:prstGeom prst="rect">
            <a:avLst/>
          </a:prstGeom>
          <a:solidFill>
            <a:srgbClr val="F7B267"/>
          </a:solidFill>
          <a:ln/>
        </p:spPr>
        <p:txBody>
          <a:bodyPr/>
          <a:lstStyle/>
          <a:p>
            <a:endParaRPr lang="en-US"/>
          </a:p>
        </p:txBody>
      </p:sp>
      <p:sp>
        <p:nvSpPr>
          <p:cNvPr id="21" name="Text 19"/>
          <p:cNvSpPr/>
          <p:nvPr/>
        </p:nvSpPr>
        <p:spPr>
          <a:xfrm>
            <a:off x="5303520" y="1463040"/>
            <a:ext cx="777240" cy="228600"/>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MID $$</a:t>
            </a:r>
            <a:endParaRPr lang="en-US" sz="800" dirty="0"/>
          </a:p>
        </p:txBody>
      </p:sp>
      <p:sp>
        <p:nvSpPr>
          <p:cNvPr id="22" name="Text 20"/>
          <p:cNvSpPr/>
          <p:nvPr/>
        </p:nvSpPr>
        <p:spPr>
          <a:xfrm>
            <a:off x="4800600" y="1783080"/>
            <a:ext cx="1783080" cy="283464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NIST AI RMF Playbook</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ISO 42001 (AI Management)</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EU AI Act compliance</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ISC2 AI for Cybersecurity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course</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IBM Generative AI for</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Cyber Professionals</a:t>
            </a:r>
            <a:endParaRPr lang="en-US" sz="950" dirty="0"/>
          </a:p>
        </p:txBody>
      </p:sp>
      <p:sp>
        <p:nvSpPr>
          <p:cNvPr id="23" name="Shape 21"/>
          <p:cNvSpPr/>
          <p:nvPr/>
        </p:nvSpPr>
        <p:spPr>
          <a:xfrm>
            <a:off x="6858000" y="1005840"/>
            <a:ext cx="1965960" cy="3749040"/>
          </a:xfrm>
          <a:prstGeom prst="rect">
            <a:avLst/>
          </a:prstGeom>
          <a:solidFill>
            <a:srgbClr val="182635"/>
          </a:solidFill>
          <a:ln/>
        </p:spPr>
        <p:txBody>
          <a:bodyPr/>
          <a:lstStyle/>
          <a:p>
            <a:endParaRPr lang="en-US"/>
          </a:p>
        </p:txBody>
      </p:sp>
      <p:sp>
        <p:nvSpPr>
          <p:cNvPr id="24" name="Shape 22"/>
          <p:cNvSpPr/>
          <p:nvPr/>
        </p:nvSpPr>
        <p:spPr>
          <a:xfrm>
            <a:off x="6858000" y="1005840"/>
            <a:ext cx="1965960" cy="54864"/>
          </a:xfrm>
          <a:prstGeom prst="rect">
            <a:avLst/>
          </a:prstGeom>
          <a:solidFill>
            <a:srgbClr val="38A169"/>
          </a:solidFill>
          <a:ln/>
        </p:spPr>
        <p:txBody>
          <a:bodyPr/>
          <a:lstStyle/>
          <a:p>
            <a:endParaRPr lang="en-US"/>
          </a:p>
        </p:txBody>
      </p:sp>
      <p:sp>
        <p:nvSpPr>
          <p:cNvPr id="25" name="Text 23"/>
          <p:cNvSpPr/>
          <p:nvPr/>
        </p:nvSpPr>
        <p:spPr>
          <a:xfrm>
            <a:off x="6858000" y="1143000"/>
            <a:ext cx="1965960" cy="274320"/>
          </a:xfrm>
          <a:prstGeom prst="rect">
            <a:avLst/>
          </a:prstGeom>
          <a:noFill/>
          <a:ln/>
        </p:spPr>
        <p:txBody>
          <a:bodyPr wrap="square" lIns="0" tIns="0" rIns="0" bIns="0" rtlCol="0" anchor="ctr"/>
          <a:lstStyle/>
          <a:p>
            <a:pPr marL="0" indent="0" algn="ctr">
              <a:buNone/>
            </a:pPr>
            <a:r>
              <a:rPr lang="en-US" sz="1100" b="1" kern="0" spc="150" dirty="0">
                <a:solidFill>
                  <a:srgbClr val="38A169"/>
                </a:solidFill>
                <a:latin typeface="Trebuchet MS" pitchFamily="34" charset="0"/>
                <a:ea typeface="Trebuchet MS" pitchFamily="34" charset="-122"/>
                <a:cs typeface="Trebuchet MS" pitchFamily="34" charset="-120"/>
              </a:rPr>
              <a:t>HANDS-ON + CERTS</a:t>
            </a:r>
            <a:endParaRPr lang="en-US" sz="1100" dirty="0"/>
          </a:p>
        </p:txBody>
      </p:sp>
      <p:sp>
        <p:nvSpPr>
          <p:cNvPr id="26" name="Shape 24"/>
          <p:cNvSpPr/>
          <p:nvPr/>
        </p:nvSpPr>
        <p:spPr>
          <a:xfrm>
            <a:off x="7452360" y="1463040"/>
            <a:ext cx="777240" cy="228600"/>
          </a:xfrm>
          <a:prstGeom prst="rect">
            <a:avLst/>
          </a:prstGeom>
          <a:solidFill>
            <a:srgbClr val="38A169"/>
          </a:solidFill>
          <a:ln/>
        </p:spPr>
        <p:txBody>
          <a:bodyPr/>
          <a:lstStyle/>
          <a:p>
            <a:endParaRPr lang="en-US"/>
          </a:p>
        </p:txBody>
      </p:sp>
      <p:sp>
        <p:nvSpPr>
          <p:cNvPr id="27" name="Text 25"/>
          <p:cNvSpPr/>
          <p:nvPr/>
        </p:nvSpPr>
        <p:spPr>
          <a:xfrm>
            <a:off x="7452360" y="1463040"/>
            <a:ext cx="777240" cy="228600"/>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a:t>
            </a:r>
            <a:endParaRPr lang="en-US" sz="800" dirty="0"/>
          </a:p>
        </p:txBody>
      </p:sp>
      <p:sp>
        <p:nvSpPr>
          <p:cNvPr id="28" name="Text 26"/>
          <p:cNvSpPr/>
          <p:nvPr/>
        </p:nvSpPr>
        <p:spPr>
          <a:xfrm>
            <a:off x="6949440" y="1783080"/>
            <a:ext cx="1783080" cy="283464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CompTIA SecAI+</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(launched Feb 2026)</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SANS SEC411: AI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Certified AI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Professional (CAISP)</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HackTheBox AI labs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Claude Code / AWS Bedrock</a:t>
            </a:r>
            <a:endParaRPr lang="en-US" sz="950" dirty="0"/>
          </a:p>
        </p:txBody>
      </p:sp>
      <p:sp>
        <p:nvSpPr>
          <p:cNvPr id="29" name="Text 27"/>
          <p:cNvSpPr/>
          <p:nvPr/>
        </p:nvSpPr>
        <p:spPr>
          <a:xfrm>
            <a:off x="548640" y="4800600"/>
            <a:ext cx="8046720" cy="274320"/>
          </a:xfrm>
          <a:prstGeom prst="rect">
            <a:avLst/>
          </a:prstGeom>
          <a:noFill/>
          <a:ln/>
        </p:spPr>
        <p:txBody>
          <a:bodyPr wrap="square" lIns="0" tIns="0" rIns="0" bIns="0" rtlCol="0" anchor="ctr"/>
          <a:lstStyle/>
          <a:p>
            <a:pPr marL="0" indent="0">
              <a:buNone/>
            </a:pPr>
            <a:r>
              <a:rPr lang="en-US" sz="1000" dirty="0">
                <a:solidFill>
                  <a:srgbClr val="2B9EA2"/>
                </a:solidFill>
                <a:latin typeface="Calibri" pitchFamily="34" charset="0"/>
                <a:ea typeface="Calibri" pitchFamily="34" charset="-122"/>
                <a:cs typeface="Calibri" pitchFamily="34" charset="-120"/>
              </a:rPr>
              <a:t>You don't need a PhD. You need to understand how AI tools work, query them effectively, validate outputs, and govern their use.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7B267"/>
          </a:solidFill>
          <a:ln/>
        </p:spPr>
        <p:txBody>
          <a:bodyPr/>
          <a:lstStyle/>
          <a:p>
            <a:endParaRPr lang="en-US"/>
          </a:p>
        </p:txBody>
      </p:sp>
      <p:sp>
        <p:nvSpPr>
          <p:cNvPr id="3" name="Text 1"/>
          <p:cNvSpPr/>
          <p:nvPr/>
        </p:nvSpPr>
        <p:spPr>
          <a:xfrm>
            <a:off x="548640" y="13716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GRC: The Most Underrated Career in Cybersecurity</a:t>
            </a:r>
            <a:endParaRPr lang="en-US" sz="2600" dirty="0"/>
          </a:p>
        </p:txBody>
      </p:sp>
      <p:sp>
        <p:nvSpPr>
          <p:cNvPr id="4" name="Shape 2"/>
          <p:cNvSpPr/>
          <p:nvPr/>
        </p:nvSpPr>
        <p:spPr>
          <a:xfrm>
            <a:off x="548640" y="777240"/>
            <a:ext cx="3886200" cy="3291840"/>
          </a:xfrm>
          <a:prstGeom prst="rect">
            <a:avLst/>
          </a:prstGeom>
          <a:solidFill>
            <a:srgbClr val="182635"/>
          </a:solidFill>
          <a:ln/>
        </p:spPr>
        <p:txBody>
          <a:bodyPr/>
          <a:lstStyle/>
          <a:p>
            <a:endParaRPr lang="en-US"/>
          </a:p>
        </p:txBody>
      </p:sp>
      <p:sp>
        <p:nvSpPr>
          <p:cNvPr id="5" name="Text 3"/>
          <p:cNvSpPr/>
          <p:nvPr/>
        </p:nvSpPr>
        <p:spPr>
          <a:xfrm>
            <a:off x="731520" y="868680"/>
            <a:ext cx="3474720" cy="365760"/>
          </a:xfrm>
          <a:prstGeom prst="rect">
            <a:avLst/>
          </a:prstGeom>
          <a:noFill/>
          <a:ln/>
        </p:spPr>
        <p:txBody>
          <a:bodyPr wrap="square" lIns="0" tIns="0" rIns="0" bIns="0" rtlCol="0" anchor="ctr"/>
          <a:lstStyle/>
          <a:p>
            <a:pPr marL="0" indent="0">
              <a:buNone/>
            </a:pPr>
            <a:r>
              <a:rPr lang="en-US" sz="1600" b="1" dirty="0">
                <a:solidFill>
                  <a:srgbClr val="F7B267"/>
                </a:solidFill>
                <a:latin typeface="Trebuchet MS" pitchFamily="34" charset="0"/>
                <a:ea typeface="Trebuchet MS" pitchFamily="34" charset="-122"/>
                <a:cs typeface="Trebuchet MS" pitchFamily="34" charset="-120"/>
              </a:rPr>
              <a:t>Why GRC?</a:t>
            </a:r>
            <a:endParaRPr lang="en-US" sz="1600" dirty="0"/>
          </a:p>
        </p:txBody>
      </p:sp>
      <p:sp>
        <p:nvSpPr>
          <p:cNvPr id="6" name="Text 4"/>
          <p:cNvSpPr/>
          <p:nvPr/>
        </p:nvSpPr>
        <p:spPr>
          <a:xfrm>
            <a:off x="731520" y="1280160"/>
            <a:ext cx="3520440" cy="2651760"/>
          </a:xfrm>
          <a:prstGeom prst="rect">
            <a:avLst/>
          </a:prstGeom>
          <a:noFill/>
          <a:ln/>
        </p:spPr>
        <p:txBody>
          <a:bodyPr wrap="square" rtlCol="0" anchor="ctr"/>
          <a:lstStyle/>
          <a:p>
            <a:pPr marL="342900" indent="-342900">
              <a:spcAft>
                <a:spcPts val="400"/>
              </a:spcAft>
              <a:buSzPct val="100000"/>
              <a:buChar char="•"/>
            </a:pPr>
            <a:r>
              <a:rPr lang="en-US" sz="1100" dirty="0">
                <a:solidFill>
                  <a:srgbClr val="CBD5E0"/>
                </a:solidFill>
                <a:latin typeface="Calibri" pitchFamily="34" charset="0"/>
                <a:ea typeface="Calibri" pitchFamily="34" charset="-122"/>
                <a:cs typeface="Calibri" pitchFamily="34" charset="-120"/>
              </a:rPr>
              <a:t>No coding required (process, policy, frameworks)</a:t>
            </a:r>
            <a:endParaRPr lang="en-US" sz="1100" dirty="0"/>
          </a:p>
          <a:p>
            <a:pPr marL="342900" indent="-342900">
              <a:spcAft>
                <a:spcPts val="400"/>
              </a:spcAft>
              <a:buSzPct val="100000"/>
              <a:buChar char="•"/>
            </a:pPr>
            <a:r>
              <a:rPr lang="en-US" sz="1100" dirty="0">
                <a:solidFill>
                  <a:srgbClr val="CBD5E0"/>
                </a:solidFill>
                <a:latin typeface="Calibri" pitchFamily="34" charset="0"/>
                <a:ea typeface="Calibri" pitchFamily="34" charset="-122"/>
                <a:cs typeface="Calibri" pitchFamily="34" charset="-120"/>
              </a:rPr>
              <a:t>Diverse backgrounds are an advantage (accounting, legal, HR, PM)</a:t>
            </a:r>
            <a:endParaRPr lang="en-US" sz="1100" dirty="0"/>
          </a:p>
          <a:p>
            <a:pPr marL="342900" indent="-342900">
              <a:spcAft>
                <a:spcPts val="400"/>
              </a:spcAft>
              <a:buSzPct val="100000"/>
              <a:buChar char="•"/>
            </a:pPr>
            <a:r>
              <a:rPr lang="en-US" sz="1100" dirty="0">
                <a:solidFill>
                  <a:srgbClr val="F7B267"/>
                </a:solidFill>
                <a:latin typeface="Calibri" pitchFamily="34" charset="0"/>
                <a:ea typeface="Calibri" pitchFamily="34" charset="-122"/>
                <a:cs typeface="Calibri" pitchFamily="34" charset="-120"/>
              </a:rPr>
              <a:t>Most CISOs come from GRC/risk backgrounds</a:t>
            </a:r>
            <a:endParaRPr lang="en-US" sz="1100" dirty="0"/>
          </a:p>
          <a:p>
            <a:pPr marL="342900" indent="-342900">
              <a:spcAft>
                <a:spcPts val="400"/>
              </a:spcAft>
              <a:buSzPct val="100000"/>
              <a:buChar char="•"/>
            </a:pPr>
            <a:r>
              <a:rPr lang="en-US" sz="1100" dirty="0">
                <a:solidFill>
                  <a:srgbClr val="CBD5E0"/>
                </a:solidFill>
                <a:latin typeface="Calibri" pitchFamily="34" charset="0"/>
                <a:ea typeface="Calibri" pitchFamily="34" charset="-122"/>
                <a:cs typeface="Calibri" pitchFamily="34" charset="-120"/>
              </a:rPr>
              <a:t>34,000+ GRC job postings in the U.S. (2023)</a:t>
            </a:r>
            <a:endParaRPr lang="en-US" sz="1100" dirty="0"/>
          </a:p>
          <a:p>
            <a:pPr marL="342900" indent="-342900">
              <a:spcAft>
                <a:spcPts val="400"/>
              </a:spcAft>
              <a:buSzPct val="100000"/>
              <a:buChar char="•"/>
            </a:pPr>
            <a:r>
              <a:rPr lang="en-US" sz="1100" dirty="0">
                <a:solidFill>
                  <a:srgbClr val="CBD5E0"/>
                </a:solidFill>
                <a:latin typeface="Calibri" pitchFamily="34" charset="0"/>
                <a:ea typeface="Calibri" pitchFamily="34" charset="-122"/>
                <a:cs typeface="Calibri" pitchFamily="34" charset="-120"/>
              </a:rPr>
              <a:t>Interest spiked ~1,000% on LinkedIn over 5 years</a:t>
            </a:r>
            <a:endParaRPr lang="en-US" sz="1100" dirty="0"/>
          </a:p>
          <a:p>
            <a:pPr marL="342900" indent="-342900">
              <a:spcAft>
                <a:spcPts val="400"/>
              </a:spcAft>
              <a:buSzPct val="100000"/>
              <a:buChar char="•"/>
            </a:pPr>
            <a:r>
              <a:rPr lang="en-US" sz="1100" dirty="0">
                <a:solidFill>
                  <a:srgbClr val="F7B267"/>
                </a:solidFill>
                <a:latin typeface="Calibri" pitchFamily="34" charset="0"/>
                <a:ea typeface="Calibri" pitchFamily="34" charset="-122"/>
                <a:cs typeface="Calibri" pitchFamily="34" charset="-120"/>
              </a:rPr>
              <a:t>AI Governance Specialist: $119K-$215K (new in 2025)</a:t>
            </a:r>
            <a:endParaRPr lang="en-US" sz="1100" dirty="0"/>
          </a:p>
          <a:p>
            <a:pPr marL="342900" indent="-342900">
              <a:spcAft>
                <a:spcPts val="400"/>
              </a:spcAft>
              <a:buSzPct val="100000"/>
              <a:buChar char="•"/>
            </a:pPr>
            <a:r>
              <a:rPr lang="en-US" sz="1100" dirty="0">
                <a:solidFill>
                  <a:srgbClr val="38A169"/>
                </a:solidFill>
                <a:latin typeface="Calibri" pitchFamily="34" charset="0"/>
                <a:ea typeface="Calibri" pitchFamily="34" charset="-122"/>
                <a:cs typeface="Calibri" pitchFamily="34" charset="-120"/>
              </a:rPr>
              <a:t>LEAST competition in public content. A single policy template on GitHub puts you ahead of 95% of candidates.</a:t>
            </a:r>
            <a:endParaRPr lang="en-US" sz="1100" dirty="0"/>
          </a:p>
        </p:txBody>
      </p:sp>
      <p:sp>
        <p:nvSpPr>
          <p:cNvPr id="7" name="Shape 5"/>
          <p:cNvSpPr/>
          <p:nvPr/>
        </p:nvSpPr>
        <p:spPr>
          <a:xfrm>
            <a:off x="4709160" y="777240"/>
            <a:ext cx="3886200" cy="3291840"/>
          </a:xfrm>
          <a:prstGeom prst="rect">
            <a:avLst/>
          </a:prstGeom>
          <a:solidFill>
            <a:srgbClr val="182635"/>
          </a:solidFill>
          <a:ln/>
        </p:spPr>
        <p:txBody>
          <a:bodyPr/>
          <a:lstStyle/>
          <a:p>
            <a:endParaRPr lang="en-US"/>
          </a:p>
        </p:txBody>
      </p:sp>
      <p:sp>
        <p:nvSpPr>
          <p:cNvPr id="8" name="Text 6"/>
          <p:cNvSpPr/>
          <p:nvPr/>
        </p:nvSpPr>
        <p:spPr>
          <a:xfrm>
            <a:off x="4892040" y="868680"/>
            <a:ext cx="3474720" cy="365760"/>
          </a:xfrm>
          <a:prstGeom prst="rect">
            <a:avLst/>
          </a:prstGeom>
          <a:noFill/>
          <a:ln/>
        </p:spPr>
        <p:txBody>
          <a:bodyPr wrap="square" lIns="0" tIns="0" rIns="0" bIns="0" rtlCol="0" anchor="ctr"/>
          <a:lstStyle/>
          <a:p>
            <a:pPr marL="0" indent="0">
              <a:buNone/>
            </a:pPr>
            <a:r>
              <a:rPr lang="en-US" sz="1600" b="1" dirty="0">
                <a:solidFill>
                  <a:srgbClr val="F7B267"/>
                </a:solidFill>
                <a:latin typeface="Trebuchet MS" pitchFamily="34" charset="0"/>
                <a:ea typeface="Trebuchet MS" pitchFamily="34" charset="-122"/>
                <a:cs typeface="Trebuchet MS" pitchFamily="34" charset="-120"/>
              </a:rPr>
              <a:t>The Career Ladder</a:t>
            </a:r>
            <a:endParaRPr lang="en-US" sz="1600" dirty="0"/>
          </a:p>
        </p:txBody>
      </p:sp>
      <p:sp>
        <p:nvSpPr>
          <p:cNvPr id="9" name="Shape 7"/>
          <p:cNvSpPr/>
          <p:nvPr/>
        </p:nvSpPr>
        <p:spPr>
          <a:xfrm>
            <a:off x="4892040" y="1371600"/>
            <a:ext cx="2286000" cy="384048"/>
          </a:xfrm>
          <a:prstGeom prst="rect">
            <a:avLst/>
          </a:prstGeom>
          <a:solidFill>
            <a:srgbClr val="2D3F52"/>
          </a:solidFill>
          <a:ln/>
        </p:spPr>
        <p:txBody>
          <a:bodyPr/>
          <a:lstStyle/>
          <a:p>
            <a:endParaRPr lang="en-US"/>
          </a:p>
        </p:txBody>
      </p:sp>
      <p:sp>
        <p:nvSpPr>
          <p:cNvPr id="10" name="Shape 8"/>
          <p:cNvSpPr/>
          <p:nvPr/>
        </p:nvSpPr>
        <p:spPr>
          <a:xfrm>
            <a:off x="4892040" y="1371600"/>
            <a:ext cx="36576" cy="384048"/>
          </a:xfrm>
          <a:prstGeom prst="rect">
            <a:avLst/>
          </a:prstGeom>
          <a:solidFill>
            <a:srgbClr val="2B9EA2"/>
          </a:solidFill>
          <a:ln/>
        </p:spPr>
        <p:txBody>
          <a:bodyPr/>
          <a:lstStyle/>
          <a:p>
            <a:endParaRPr lang="en-US"/>
          </a:p>
        </p:txBody>
      </p:sp>
      <p:sp>
        <p:nvSpPr>
          <p:cNvPr id="11" name="Text 9"/>
          <p:cNvSpPr/>
          <p:nvPr/>
        </p:nvSpPr>
        <p:spPr>
          <a:xfrm>
            <a:off x="5029200" y="1371600"/>
            <a:ext cx="118872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GRC Analyst</a:t>
            </a:r>
            <a:endParaRPr lang="en-US" sz="1100" dirty="0"/>
          </a:p>
        </p:txBody>
      </p:sp>
      <p:sp>
        <p:nvSpPr>
          <p:cNvPr id="12" name="Text 10"/>
          <p:cNvSpPr/>
          <p:nvPr/>
        </p:nvSpPr>
        <p:spPr>
          <a:xfrm>
            <a:off x="5989320" y="1371600"/>
            <a:ext cx="1097280" cy="384048"/>
          </a:xfrm>
          <a:prstGeom prst="rect">
            <a:avLst/>
          </a:prstGeom>
          <a:noFill/>
          <a:ln/>
        </p:spPr>
        <p:txBody>
          <a:bodyPr wrap="square" lIns="0" tIns="0" rIns="0" bIns="0" rtlCol="0" anchor="ctr"/>
          <a:lstStyle/>
          <a:p>
            <a:pPr marL="0" indent="0" algn="r">
              <a:buNone/>
            </a:pPr>
            <a:r>
              <a:rPr lang="en-US" sz="1000" dirty="0">
                <a:solidFill>
                  <a:srgbClr val="2B9EA2"/>
                </a:solidFill>
                <a:latin typeface="Calibri" pitchFamily="34" charset="0"/>
                <a:ea typeface="Calibri" pitchFamily="34" charset="-122"/>
                <a:cs typeface="Calibri" pitchFamily="34" charset="-120"/>
              </a:rPr>
              <a:t>$65K-$85K</a:t>
            </a:r>
            <a:endParaRPr lang="en-US" sz="1000" dirty="0"/>
          </a:p>
        </p:txBody>
      </p:sp>
      <p:sp>
        <p:nvSpPr>
          <p:cNvPr id="13" name="Shape 11"/>
          <p:cNvSpPr/>
          <p:nvPr/>
        </p:nvSpPr>
        <p:spPr>
          <a:xfrm>
            <a:off x="4892040" y="1874520"/>
            <a:ext cx="2606040" cy="384048"/>
          </a:xfrm>
          <a:prstGeom prst="rect">
            <a:avLst/>
          </a:prstGeom>
          <a:solidFill>
            <a:srgbClr val="2D3F52"/>
          </a:solidFill>
          <a:ln/>
        </p:spPr>
        <p:txBody>
          <a:bodyPr/>
          <a:lstStyle/>
          <a:p>
            <a:endParaRPr lang="en-US"/>
          </a:p>
        </p:txBody>
      </p:sp>
      <p:sp>
        <p:nvSpPr>
          <p:cNvPr id="14" name="Shape 12"/>
          <p:cNvSpPr/>
          <p:nvPr/>
        </p:nvSpPr>
        <p:spPr>
          <a:xfrm>
            <a:off x="4892040" y="1874520"/>
            <a:ext cx="36576" cy="384048"/>
          </a:xfrm>
          <a:prstGeom prst="rect">
            <a:avLst/>
          </a:prstGeom>
          <a:solidFill>
            <a:srgbClr val="2B9EA2"/>
          </a:solidFill>
          <a:ln/>
        </p:spPr>
        <p:txBody>
          <a:bodyPr/>
          <a:lstStyle/>
          <a:p>
            <a:endParaRPr lang="en-US"/>
          </a:p>
        </p:txBody>
      </p:sp>
      <p:sp>
        <p:nvSpPr>
          <p:cNvPr id="15" name="Text 13"/>
          <p:cNvSpPr/>
          <p:nvPr/>
        </p:nvSpPr>
        <p:spPr>
          <a:xfrm>
            <a:off x="5029200" y="1874520"/>
            <a:ext cx="15087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Compliance Manager</a:t>
            </a:r>
            <a:endParaRPr lang="en-US" sz="1100" dirty="0"/>
          </a:p>
        </p:txBody>
      </p:sp>
      <p:sp>
        <p:nvSpPr>
          <p:cNvPr id="16" name="Text 14"/>
          <p:cNvSpPr/>
          <p:nvPr/>
        </p:nvSpPr>
        <p:spPr>
          <a:xfrm>
            <a:off x="6309360" y="1874520"/>
            <a:ext cx="1097280" cy="384048"/>
          </a:xfrm>
          <a:prstGeom prst="rect">
            <a:avLst/>
          </a:prstGeom>
          <a:noFill/>
          <a:ln/>
        </p:spPr>
        <p:txBody>
          <a:bodyPr wrap="square" lIns="0" tIns="0" rIns="0" bIns="0" rtlCol="0" anchor="ctr"/>
          <a:lstStyle/>
          <a:p>
            <a:pPr marL="0" indent="0" algn="r">
              <a:buNone/>
            </a:pPr>
            <a:r>
              <a:rPr lang="en-US" sz="1000" dirty="0">
                <a:solidFill>
                  <a:srgbClr val="2B9EA2"/>
                </a:solidFill>
                <a:latin typeface="Calibri" pitchFamily="34" charset="0"/>
                <a:ea typeface="Calibri" pitchFamily="34" charset="-122"/>
                <a:cs typeface="Calibri" pitchFamily="34" charset="-120"/>
              </a:rPr>
              <a:t>$95K-$130K</a:t>
            </a:r>
            <a:endParaRPr lang="en-US" sz="1000" dirty="0"/>
          </a:p>
        </p:txBody>
      </p:sp>
      <p:sp>
        <p:nvSpPr>
          <p:cNvPr id="17" name="Shape 15"/>
          <p:cNvSpPr/>
          <p:nvPr/>
        </p:nvSpPr>
        <p:spPr>
          <a:xfrm>
            <a:off x="4892040" y="2377440"/>
            <a:ext cx="2926080" cy="384048"/>
          </a:xfrm>
          <a:prstGeom prst="rect">
            <a:avLst/>
          </a:prstGeom>
          <a:solidFill>
            <a:srgbClr val="2D3F52"/>
          </a:solidFill>
          <a:ln/>
        </p:spPr>
        <p:txBody>
          <a:bodyPr/>
          <a:lstStyle/>
          <a:p>
            <a:endParaRPr lang="en-US"/>
          </a:p>
        </p:txBody>
      </p:sp>
      <p:sp>
        <p:nvSpPr>
          <p:cNvPr id="18" name="Shape 16"/>
          <p:cNvSpPr/>
          <p:nvPr/>
        </p:nvSpPr>
        <p:spPr>
          <a:xfrm>
            <a:off x="4892040" y="2377440"/>
            <a:ext cx="36576" cy="384048"/>
          </a:xfrm>
          <a:prstGeom prst="rect">
            <a:avLst/>
          </a:prstGeom>
          <a:solidFill>
            <a:srgbClr val="F7B267"/>
          </a:solidFill>
          <a:ln/>
        </p:spPr>
        <p:txBody>
          <a:bodyPr/>
          <a:lstStyle/>
          <a:p>
            <a:endParaRPr lang="en-US"/>
          </a:p>
        </p:txBody>
      </p:sp>
      <p:sp>
        <p:nvSpPr>
          <p:cNvPr id="19" name="Text 17"/>
          <p:cNvSpPr/>
          <p:nvPr/>
        </p:nvSpPr>
        <p:spPr>
          <a:xfrm>
            <a:off x="5029200" y="2377440"/>
            <a:ext cx="18288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Director of GRC</a:t>
            </a:r>
            <a:endParaRPr lang="en-US" sz="1100" dirty="0"/>
          </a:p>
        </p:txBody>
      </p:sp>
      <p:sp>
        <p:nvSpPr>
          <p:cNvPr id="20" name="Text 18"/>
          <p:cNvSpPr/>
          <p:nvPr/>
        </p:nvSpPr>
        <p:spPr>
          <a:xfrm>
            <a:off x="6629400" y="2377440"/>
            <a:ext cx="1097280" cy="384048"/>
          </a:xfrm>
          <a:prstGeom prst="rect">
            <a:avLst/>
          </a:prstGeom>
          <a:noFill/>
          <a:ln/>
        </p:spPr>
        <p:txBody>
          <a:bodyPr wrap="square" lIns="0" tIns="0" rIns="0" bIns="0" rtlCol="0" anchor="ctr"/>
          <a:lstStyle/>
          <a:p>
            <a:pPr marL="0" indent="0" algn="r">
              <a:buNone/>
            </a:pPr>
            <a:r>
              <a:rPr lang="en-US" sz="1000" dirty="0">
                <a:solidFill>
                  <a:srgbClr val="F7B267"/>
                </a:solidFill>
                <a:latin typeface="Calibri" pitchFamily="34" charset="0"/>
                <a:ea typeface="Calibri" pitchFamily="34" charset="-122"/>
                <a:cs typeface="Calibri" pitchFamily="34" charset="-120"/>
              </a:rPr>
              <a:t>$140K-$180K</a:t>
            </a:r>
            <a:endParaRPr lang="en-US" sz="1000" dirty="0"/>
          </a:p>
        </p:txBody>
      </p:sp>
      <p:sp>
        <p:nvSpPr>
          <p:cNvPr id="21" name="Shape 19"/>
          <p:cNvSpPr/>
          <p:nvPr/>
        </p:nvSpPr>
        <p:spPr>
          <a:xfrm>
            <a:off x="4892040" y="2880360"/>
            <a:ext cx="3246120" cy="384048"/>
          </a:xfrm>
          <a:prstGeom prst="rect">
            <a:avLst/>
          </a:prstGeom>
          <a:solidFill>
            <a:srgbClr val="2D3F52"/>
          </a:solidFill>
          <a:ln/>
        </p:spPr>
        <p:txBody>
          <a:bodyPr/>
          <a:lstStyle/>
          <a:p>
            <a:endParaRPr lang="en-US"/>
          </a:p>
        </p:txBody>
      </p:sp>
      <p:sp>
        <p:nvSpPr>
          <p:cNvPr id="22" name="Shape 20"/>
          <p:cNvSpPr/>
          <p:nvPr/>
        </p:nvSpPr>
        <p:spPr>
          <a:xfrm>
            <a:off x="4892040" y="2880360"/>
            <a:ext cx="36576" cy="384048"/>
          </a:xfrm>
          <a:prstGeom prst="rect">
            <a:avLst/>
          </a:prstGeom>
          <a:solidFill>
            <a:srgbClr val="F7B267"/>
          </a:solidFill>
          <a:ln/>
        </p:spPr>
        <p:txBody>
          <a:bodyPr/>
          <a:lstStyle/>
          <a:p>
            <a:endParaRPr lang="en-US"/>
          </a:p>
        </p:txBody>
      </p:sp>
      <p:sp>
        <p:nvSpPr>
          <p:cNvPr id="23" name="Text 21"/>
          <p:cNvSpPr/>
          <p:nvPr/>
        </p:nvSpPr>
        <p:spPr>
          <a:xfrm>
            <a:off x="5029200" y="2880360"/>
            <a:ext cx="21488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VP / Head of Security</a:t>
            </a:r>
            <a:endParaRPr lang="en-US" sz="1100" dirty="0"/>
          </a:p>
        </p:txBody>
      </p:sp>
      <p:sp>
        <p:nvSpPr>
          <p:cNvPr id="24" name="Text 22"/>
          <p:cNvSpPr/>
          <p:nvPr/>
        </p:nvSpPr>
        <p:spPr>
          <a:xfrm>
            <a:off x="6949440" y="2880360"/>
            <a:ext cx="1097280" cy="384048"/>
          </a:xfrm>
          <a:prstGeom prst="rect">
            <a:avLst/>
          </a:prstGeom>
          <a:noFill/>
          <a:ln/>
        </p:spPr>
        <p:txBody>
          <a:bodyPr wrap="square" lIns="0" tIns="0" rIns="0" bIns="0" rtlCol="0" anchor="ctr"/>
          <a:lstStyle/>
          <a:p>
            <a:pPr marL="0" indent="0" algn="r">
              <a:buNone/>
            </a:pPr>
            <a:r>
              <a:rPr lang="en-US" sz="1000" dirty="0">
                <a:solidFill>
                  <a:srgbClr val="F7B267"/>
                </a:solidFill>
                <a:latin typeface="Calibri" pitchFamily="34" charset="0"/>
                <a:ea typeface="Calibri" pitchFamily="34" charset="-122"/>
                <a:cs typeface="Calibri" pitchFamily="34" charset="-120"/>
              </a:rPr>
              <a:t>$170K-$250K</a:t>
            </a:r>
            <a:endParaRPr lang="en-US" sz="1000" dirty="0"/>
          </a:p>
        </p:txBody>
      </p:sp>
      <p:sp>
        <p:nvSpPr>
          <p:cNvPr id="25" name="Shape 23"/>
          <p:cNvSpPr/>
          <p:nvPr/>
        </p:nvSpPr>
        <p:spPr>
          <a:xfrm>
            <a:off x="4892040" y="3383280"/>
            <a:ext cx="3566160" cy="384048"/>
          </a:xfrm>
          <a:prstGeom prst="rect">
            <a:avLst/>
          </a:prstGeom>
          <a:solidFill>
            <a:srgbClr val="2D3F52"/>
          </a:solidFill>
          <a:ln/>
        </p:spPr>
        <p:txBody>
          <a:bodyPr/>
          <a:lstStyle/>
          <a:p>
            <a:endParaRPr lang="en-US"/>
          </a:p>
        </p:txBody>
      </p:sp>
      <p:sp>
        <p:nvSpPr>
          <p:cNvPr id="26" name="Shape 24"/>
          <p:cNvSpPr/>
          <p:nvPr/>
        </p:nvSpPr>
        <p:spPr>
          <a:xfrm>
            <a:off x="4892040" y="3383280"/>
            <a:ext cx="36576" cy="384048"/>
          </a:xfrm>
          <a:prstGeom prst="rect">
            <a:avLst/>
          </a:prstGeom>
          <a:solidFill>
            <a:srgbClr val="E8553D"/>
          </a:solidFill>
          <a:ln/>
        </p:spPr>
        <p:txBody>
          <a:bodyPr/>
          <a:lstStyle/>
          <a:p>
            <a:endParaRPr lang="en-US"/>
          </a:p>
        </p:txBody>
      </p:sp>
      <p:sp>
        <p:nvSpPr>
          <p:cNvPr id="27" name="Text 25"/>
          <p:cNvSpPr/>
          <p:nvPr/>
        </p:nvSpPr>
        <p:spPr>
          <a:xfrm>
            <a:off x="5029200" y="3383280"/>
            <a:ext cx="24688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CISO</a:t>
            </a:r>
            <a:endParaRPr lang="en-US" sz="1100" dirty="0"/>
          </a:p>
        </p:txBody>
      </p:sp>
      <p:sp>
        <p:nvSpPr>
          <p:cNvPr id="28" name="Text 26"/>
          <p:cNvSpPr/>
          <p:nvPr/>
        </p:nvSpPr>
        <p:spPr>
          <a:xfrm>
            <a:off x="7269480" y="3383280"/>
            <a:ext cx="1097280" cy="384048"/>
          </a:xfrm>
          <a:prstGeom prst="rect">
            <a:avLst/>
          </a:prstGeom>
          <a:noFill/>
          <a:ln/>
        </p:spPr>
        <p:txBody>
          <a:bodyPr wrap="square" lIns="0" tIns="0" rIns="0" bIns="0" rtlCol="0" anchor="ctr"/>
          <a:lstStyle/>
          <a:p>
            <a:pPr marL="0" indent="0" algn="r">
              <a:buNone/>
            </a:pPr>
            <a:r>
              <a:rPr lang="en-US" sz="1000" dirty="0">
                <a:solidFill>
                  <a:srgbClr val="E8553D"/>
                </a:solidFill>
                <a:latin typeface="Calibri" pitchFamily="34" charset="0"/>
                <a:ea typeface="Calibri" pitchFamily="34" charset="-122"/>
                <a:cs typeface="Calibri" pitchFamily="34" charset="-120"/>
              </a:rPr>
              <a:t>$220K-$483K+</a:t>
            </a:r>
            <a:endParaRPr lang="en-US" sz="1000" dirty="0"/>
          </a:p>
        </p:txBody>
      </p:sp>
      <p:sp>
        <p:nvSpPr>
          <p:cNvPr id="29" name="Text 27"/>
          <p:cNvSpPr/>
          <p:nvPr/>
        </p:nvSpPr>
        <p:spPr>
          <a:xfrm>
            <a:off x="548640" y="4251960"/>
            <a:ext cx="8046720" cy="320040"/>
          </a:xfrm>
          <a:prstGeom prst="rect">
            <a:avLst/>
          </a:prstGeom>
          <a:noFill/>
          <a:ln/>
        </p:spPr>
        <p:txBody>
          <a:bodyPr wrap="square" lIns="0" tIns="0" rIns="0" bIns="0" rtlCol="0" anchor="ctr"/>
          <a:lstStyle/>
          <a:p>
            <a:pPr marL="0" indent="0">
              <a:buNone/>
            </a:pPr>
            <a:r>
              <a:rPr lang="en-US" sz="1300" i="1" dirty="0">
                <a:solidFill>
                  <a:srgbClr val="F7B267"/>
                </a:solidFill>
                <a:latin typeface="Calibri" pitchFamily="34" charset="0"/>
                <a:ea typeface="Calibri" pitchFamily="34" charset="-122"/>
                <a:cs typeface="Calibri" pitchFamily="34" charset="-120"/>
              </a:rPr>
              <a:t>This is my career path. I live this every day.</a:t>
            </a:r>
            <a:endParaRPr lang="en-US" sz="1300" dirty="0"/>
          </a:p>
        </p:txBody>
      </p:sp>
      <p:sp>
        <p:nvSpPr>
          <p:cNvPr id="30" name="Text 28"/>
          <p:cNvSpPr/>
          <p:nvPr/>
        </p:nvSpPr>
        <p:spPr>
          <a:xfrm>
            <a:off x="548640" y="4617720"/>
            <a:ext cx="80467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Frameworks to start with: SOC 2 (SaaS), ISO 27001 (global), NIST CSF (U.S. federal). Learn one deeply, then expand.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923"/>
        </a:solidFill>
        <a:effectLst/>
      </p:bgPr>
    </p:bg>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FF2BA407-6231-120D-CBF5-13C68CE15B30}"/>
              </a:ext>
            </a:extLst>
          </p:cNvPr>
          <p:cNvSpPr/>
          <p:nvPr/>
        </p:nvSpPr>
        <p:spPr>
          <a:xfrm>
            <a:off x="0" y="0"/>
            <a:ext cx="9144000" cy="36576"/>
          </a:xfrm>
          <a:prstGeom prst="rect">
            <a:avLst/>
          </a:prstGeom>
          <a:solidFill>
            <a:srgbClr val="00D4AA"/>
          </a:solidFill>
          <a:ln/>
        </p:spPr>
        <p:txBody>
          <a:bodyPr/>
          <a:lstStyle/>
          <a:p>
            <a:endParaRPr lang="en-US"/>
          </a:p>
        </p:txBody>
      </p:sp>
      <p:sp>
        <p:nvSpPr>
          <p:cNvPr id="28" name="Text 1">
            <a:extLst>
              <a:ext uri="{FF2B5EF4-FFF2-40B4-BE49-F238E27FC236}">
                <a16:creationId xmlns:a16="http://schemas.microsoft.com/office/drawing/2014/main" id="{D6511FC5-1D75-1DE3-19B7-F9269BD82CD1}"/>
              </a:ext>
            </a:extLst>
          </p:cNvPr>
          <p:cNvSpPr/>
          <p:nvPr/>
        </p:nvSpPr>
        <p:spPr>
          <a:xfrm>
            <a:off x="640080" y="274320"/>
            <a:ext cx="7315200" cy="457200"/>
          </a:xfrm>
          <a:prstGeom prst="rect">
            <a:avLst/>
          </a:prstGeom>
          <a:noFill/>
          <a:ln/>
        </p:spPr>
        <p:txBody>
          <a:bodyPr wrap="square" lIns="0" tIns="0" rIns="0" bIns="0" rtlCol="0" anchor="ctr"/>
          <a:lstStyle/>
          <a:p>
            <a:pPr marL="0" indent="0">
              <a:buNone/>
            </a:pPr>
            <a:r>
              <a:rPr lang="en-US" sz="3000" b="1" dirty="0">
                <a:solidFill>
                  <a:srgbClr val="F0F4F8"/>
                </a:solidFill>
                <a:latin typeface="Trebuchet MS" pitchFamily="34" charset="0"/>
                <a:ea typeface="Trebuchet MS" pitchFamily="34" charset="-122"/>
                <a:cs typeface="Trebuchet MS" pitchFamily="34" charset="-120"/>
              </a:rPr>
              <a:t>How to Actually Get In</a:t>
            </a:r>
            <a:endParaRPr lang="en-US" sz="3000" dirty="0"/>
          </a:p>
        </p:txBody>
      </p:sp>
      <p:sp>
        <p:nvSpPr>
          <p:cNvPr id="29" name="Text 2">
            <a:extLst>
              <a:ext uri="{FF2B5EF4-FFF2-40B4-BE49-F238E27FC236}">
                <a16:creationId xmlns:a16="http://schemas.microsoft.com/office/drawing/2014/main" id="{38EF6778-8349-D4C3-7CBA-13F45106FE6E}"/>
              </a:ext>
            </a:extLst>
          </p:cNvPr>
          <p:cNvSpPr/>
          <p:nvPr/>
        </p:nvSpPr>
        <p:spPr>
          <a:xfrm>
            <a:off x="640080" y="713232"/>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When employers want experience you do not have yet</a:t>
            </a:r>
            <a:endParaRPr lang="en-US" sz="1200" dirty="0"/>
          </a:p>
        </p:txBody>
      </p:sp>
      <p:sp>
        <p:nvSpPr>
          <p:cNvPr id="30" name="Shape 3">
            <a:extLst>
              <a:ext uri="{FF2B5EF4-FFF2-40B4-BE49-F238E27FC236}">
                <a16:creationId xmlns:a16="http://schemas.microsoft.com/office/drawing/2014/main" id="{49E046B5-ACFD-7FB1-2E18-F9EFE5BEE05C}"/>
              </a:ext>
            </a:extLst>
          </p:cNvPr>
          <p:cNvSpPr/>
          <p:nvPr/>
        </p:nvSpPr>
        <p:spPr>
          <a:xfrm>
            <a:off x="457200" y="109728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31" name="Shape 4">
            <a:extLst>
              <a:ext uri="{FF2B5EF4-FFF2-40B4-BE49-F238E27FC236}">
                <a16:creationId xmlns:a16="http://schemas.microsoft.com/office/drawing/2014/main" id="{FE9728DA-2351-0082-9B28-791398160736}"/>
              </a:ext>
            </a:extLst>
          </p:cNvPr>
          <p:cNvSpPr/>
          <p:nvPr/>
        </p:nvSpPr>
        <p:spPr>
          <a:xfrm>
            <a:off x="457200" y="1097280"/>
            <a:ext cx="54864" cy="1097280"/>
          </a:xfrm>
          <a:prstGeom prst="rect">
            <a:avLst/>
          </a:prstGeom>
          <a:solidFill>
            <a:srgbClr val="00D4AA"/>
          </a:solidFill>
          <a:ln/>
        </p:spPr>
        <p:txBody>
          <a:bodyPr/>
          <a:lstStyle/>
          <a:p>
            <a:endParaRPr lang="en-US"/>
          </a:p>
        </p:txBody>
      </p:sp>
      <p:sp>
        <p:nvSpPr>
          <p:cNvPr id="32" name="Text 5">
            <a:extLst>
              <a:ext uri="{FF2B5EF4-FFF2-40B4-BE49-F238E27FC236}">
                <a16:creationId xmlns:a16="http://schemas.microsoft.com/office/drawing/2014/main" id="{E0F84975-E0FA-F3E0-6901-099D0868EF81}"/>
              </a:ext>
            </a:extLst>
          </p:cNvPr>
          <p:cNvSpPr/>
          <p:nvPr/>
        </p:nvSpPr>
        <p:spPr>
          <a:xfrm>
            <a:off x="640080" y="1170432"/>
            <a:ext cx="3657600" cy="274320"/>
          </a:xfrm>
          <a:prstGeom prst="rect">
            <a:avLst/>
          </a:prstGeom>
          <a:noFill/>
          <a:ln/>
        </p:spPr>
        <p:txBody>
          <a:bodyPr wrap="square" lIns="0" tIns="0" rIns="0" bIns="0" rtlCol="0" anchor="ctr"/>
          <a:lstStyle/>
          <a:p>
            <a:pPr marL="0" indent="0">
              <a:buNone/>
            </a:pPr>
            <a:r>
              <a:rPr lang="en-US" sz="1300" b="1" dirty="0">
                <a:solidFill>
                  <a:srgbClr val="00D4AA"/>
                </a:solidFill>
                <a:latin typeface="Trebuchet MS" pitchFamily="34" charset="0"/>
                <a:ea typeface="Trebuchet MS" pitchFamily="34" charset="-122"/>
                <a:cs typeface="Trebuchet MS" pitchFamily="34" charset="-120"/>
              </a:rPr>
              <a:t>Adjacent Roles First</a:t>
            </a:r>
            <a:endParaRPr lang="en-US" sz="1300" dirty="0"/>
          </a:p>
        </p:txBody>
      </p:sp>
      <p:sp>
        <p:nvSpPr>
          <p:cNvPr id="33" name="Text 6">
            <a:extLst>
              <a:ext uri="{FF2B5EF4-FFF2-40B4-BE49-F238E27FC236}">
                <a16:creationId xmlns:a16="http://schemas.microsoft.com/office/drawing/2014/main" id="{78600203-51F0-0EB0-ED0C-AF6B13AAE470}"/>
              </a:ext>
            </a:extLst>
          </p:cNvPr>
          <p:cNvSpPr/>
          <p:nvPr/>
        </p:nvSpPr>
        <p:spPr>
          <a:xfrm>
            <a:off x="640080" y="1481328"/>
            <a:ext cx="3657600" cy="594360"/>
          </a:xfrm>
          <a:prstGeom prst="rect">
            <a:avLst/>
          </a:prstGeom>
          <a:noFill/>
          <a:ln/>
        </p:spPr>
        <p:txBody>
          <a:bodyPr wrap="square" lIns="0" tIns="0" rIns="0" bIns="0" rtlCol="0" anchor="ctr"/>
          <a:lstStyle/>
          <a:p>
            <a:pPr marL="0" indent="0">
              <a:buNone/>
            </a:pPr>
            <a:r>
              <a:rPr lang="en-US" sz="1100" dirty="0">
                <a:solidFill>
                  <a:srgbClr val="F0F4F8"/>
                </a:solidFill>
                <a:latin typeface="Calibri" pitchFamily="34" charset="0"/>
                <a:ea typeface="Calibri" pitchFamily="34" charset="-122"/>
                <a:cs typeface="Calibri" pitchFamily="34" charset="-120"/>
              </a:rPr>
              <a:t>IT roles at defense contractors, financial services, or healthcare. These on-ramps have real security exposure.</a:t>
            </a:r>
            <a:endParaRPr lang="en-US" sz="1100" dirty="0"/>
          </a:p>
        </p:txBody>
      </p:sp>
      <p:sp>
        <p:nvSpPr>
          <p:cNvPr id="34" name="Shape 7">
            <a:extLst>
              <a:ext uri="{FF2B5EF4-FFF2-40B4-BE49-F238E27FC236}">
                <a16:creationId xmlns:a16="http://schemas.microsoft.com/office/drawing/2014/main" id="{308913C1-CBCA-8B1A-D2B6-FDE53FE7EC41}"/>
              </a:ext>
            </a:extLst>
          </p:cNvPr>
          <p:cNvSpPr/>
          <p:nvPr/>
        </p:nvSpPr>
        <p:spPr>
          <a:xfrm>
            <a:off x="4754880" y="109728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35" name="Shape 8">
            <a:extLst>
              <a:ext uri="{FF2B5EF4-FFF2-40B4-BE49-F238E27FC236}">
                <a16:creationId xmlns:a16="http://schemas.microsoft.com/office/drawing/2014/main" id="{7951DC66-1036-43AB-C6F1-F9709D3DDC5E}"/>
              </a:ext>
            </a:extLst>
          </p:cNvPr>
          <p:cNvSpPr/>
          <p:nvPr/>
        </p:nvSpPr>
        <p:spPr>
          <a:xfrm>
            <a:off x="4754880" y="1097280"/>
            <a:ext cx="54864" cy="1097280"/>
          </a:xfrm>
          <a:prstGeom prst="rect">
            <a:avLst/>
          </a:prstGeom>
          <a:solidFill>
            <a:srgbClr val="3B82F6"/>
          </a:solidFill>
          <a:ln/>
        </p:spPr>
        <p:txBody>
          <a:bodyPr/>
          <a:lstStyle/>
          <a:p>
            <a:endParaRPr lang="en-US"/>
          </a:p>
        </p:txBody>
      </p:sp>
      <p:sp>
        <p:nvSpPr>
          <p:cNvPr id="36" name="Text 9">
            <a:extLst>
              <a:ext uri="{FF2B5EF4-FFF2-40B4-BE49-F238E27FC236}">
                <a16:creationId xmlns:a16="http://schemas.microsoft.com/office/drawing/2014/main" id="{535E2E1A-E791-54EC-DF84-ED8ABE3A88C9}"/>
              </a:ext>
            </a:extLst>
          </p:cNvPr>
          <p:cNvSpPr/>
          <p:nvPr/>
        </p:nvSpPr>
        <p:spPr>
          <a:xfrm>
            <a:off x="4937760" y="1170432"/>
            <a:ext cx="3657600" cy="274320"/>
          </a:xfrm>
          <a:prstGeom prst="rect">
            <a:avLst/>
          </a:prstGeom>
          <a:noFill/>
          <a:ln/>
        </p:spPr>
        <p:txBody>
          <a:bodyPr wrap="square" lIns="0" tIns="0" rIns="0" bIns="0" rtlCol="0" anchor="ctr"/>
          <a:lstStyle/>
          <a:p>
            <a:pPr marL="0" indent="0">
              <a:buNone/>
            </a:pPr>
            <a:r>
              <a:rPr lang="en-US" sz="1300" b="1" dirty="0">
                <a:solidFill>
                  <a:srgbClr val="3B82F6"/>
                </a:solidFill>
                <a:latin typeface="Trebuchet MS" pitchFamily="34" charset="0"/>
                <a:ea typeface="Trebuchet MS" pitchFamily="34" charset="-122"/>
                <a:cs typeface="Trebuchet MS" pitchFamily="34" charset="-120"/>
              </a:rPr>
              <a:t>Build in Public</a:t>
            </a:r>
            <a:endParaRPr lang="en-US" sz="1300" dirty="0"/>
          </a:p>
        </p:txBody>
      </p:sp>
      <p:sp>
        <p:nvSpPr>
          <p:cNvPr id="37" name="Text 10">
            <a:extLst>
              <a:ext uri="{FF2B5EF4-FFF2-40B4-BE49-F238E27FC236}">
                <a16:creationId xmlns:a16="http://schemas.microsoft.com/office/drawing/2014/main" id="{6F2E6D99-1062-99C9-AA26-4C739BA825CE}"/>
              </a:ext>
            </a:extLst>
          </p:cNvPr>
          <p:cNvSpPr/>
          <p:nvPr/>
        </p:nvSpPr>
        <p:spPr>
          <a:xfrm>
            <a:off x="4937760" y="1481328"/>
            <a:ext cx="3657600" cy="594360"/>
          </a:xfrm>
          <a:prstGeom prst="rect">
            <a:avLst/>
          </a:prstGeom>
          <a:noFill/>
          <a:ln/>
        </p:spPr>
        <p:txBody>
          <a:bodyPr wrap="square" lIns="0" tIns="0" rIns="0" bIns="0" rtlCol="0" anchor="ctr"/>
          <a:lstStyle/>
          <a:p>
            <a:pPr marL="0" indent="0">
              <a:buNone/>
            </a:pPr>
            <a:r>
              <a:rPr lang="en-US" sz="1100" dirty="0">
                <a:solidFill>
                  <a:srgbClr val="F0F4F8"/>
                </a:solidFill>
                <a:latin typeface="Calibri" pitchFamily="34" charset="0"/>
                <a:ea typeface="Calibri" pitchFamily="34" charset="-122"/>
                <a:cs typeface="Calibri" pitchFamily="34" charset="-120"/>
              </a:rPr>
              <a:t>Labs, GitHub, write-ups, CTFs. Employers are shifting to competency-based hiring: portfolios over degrees.</a:t>
            </a:r>
            <a:endParaRPr lang="en-US" sz="1100" dirty="0"/>
          </a:p>
        </p:txBody>
      </p:sp>
      <p:sp>
        <p:nvSpPr>
          <p:cNvPr id="38" name="Shape 11">
            <a:extLst>
              <a:ext uri="{FF2B5EF4-FFF2-40B4-BE49-F238E27FC236}">
                <a16:creationId xmlns:a16="http://schemas.microsoft.com/office/drawing/2014/main" id="{E28B5C8F-5548-AB22-37B4-CB2CE28BCE36}"/>
              </a:ext>
            </a:extLst>
          </p:cNvPr>
          <p:cNvSpPr/>
          <p:nvPr/>
        </p:nvSpPr>
        <p:spPr>
          <a:xfrm>
            <a:off x="457200" y="237744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39" name="Shape 12">
            <a:extLst>
              <a:ext uri="{FF2B5EF4-FFF2-40B4-BE49-F238E27FC236}">
                <a16:creationId xmlns:a16="http://schemas.microsoft.com/office/drawing/2014/main" id="{443F0234-BCFD-62A3-1D15-02E217E9A178}"/>
              </a:ext>
            </a:extLst>
          </p:cNvPr>
          <p:cNvSpPr/>
          <p:nvPr/>
        </p:nvSpPr>
        <p:spPr>
          <a:xfrm>
            <a:off x="457200" y="2377440"/>
            <a:ext cx="54864" cy="1097280"/>
          </a:xfrm>
          <a:prstGeom prst="rect">
            <a:avLst/>
          </a:prstGeom>
          <a:solidFill>
            <a:srgbClr val="10B981"/>
          </a:solidFill>
          <a:ln/>
        </p:spPr>
        <p:txBody>
          <a:bodyPr/>
          <a:lstStyle/>
          <a:p>
            <a:endParaRPr lang="en-US"/>
          </a:p>
        </p:txBody>
      </p:sp>
      <p:sp>
        <p:nvSpPr>
          <p:cNvPr id="40" name="Text 13">
            <a:extLst>
              <a:ext uri="{FF2B5EF4-FFF2-40B4-BE49-F238E27FC236}">
                <a16:creationId xmlns:a16="http://schemas.microsoft.com/office/drawing/2014/main" id="{BB3B7E2A-0978-EA4E-AB4D-910EFE13F2B6}"/>
              </a:ext>
            </a:extLst>
          </p:cNvPr>
          <p:cNvSpPr/>
          <p:nvPr/>
        </p:nvSpPr>
        <p:spPr>
          <a:xfrm>
            <a:off x="640080" y="2450592"/>
            <a:ext cx="3657600" cy="274320"/>
          </a:xfrm>
          <a:prstGeom prst="rect">
            <a:avLst/>
          </a:prstGeom>
          <a:noFill/>
          <a:ln/>
        </p:spPr>
        <p:txBody>
          <a:bodyPr wrap="square" lIns="0" tIns="0" rIns="0" bIns="0" rtlCol="0" anchor="ctr"/>
          <a:lstStyle/>
          <a:p>
            <a:pPr marL="0" indent="0">
              <a:buNone/>
            </a:pPr>
            <a:r>
              <a:rPr lang="en-US" sz="1300" b="1" dirty="0">
                <a:solidFill>
                  <a:srgbClr val="10B981"/>
                </a:solidFill>
                <a:latin typeface="Trebuchet MS" pitchFamily="34" charset="0"/>
                <a:ea typeface="Trebuchet MS" pitchFamily="34" charset="-122"/>
                <a:cs typeface="Trebuchet MS" pitchFamily="34" charset="-120"/>
              </a:rPr>
              <a:t>Community &amp; Networking</a:t>
            </a:r>
            <a:endParaRPr lang="en-US" sz="1300" dirty="0"/>
          </a:p>
        </p:txBody>
      </p:sp>
      <p:sp>
        <p:nvSpPr>
          <p:cNvPr id="41" name="Text 14">
            <a:extLst>
              <a:ext uri="{FF2B5EF4-FFF2-40B4-BE49-F238E27FC236}">
                <a16:creationId xmlns:a16="http://schemas.microsoft.com/office/drawing/2014/main" id="{6B674C40-FC59-379C-2460-009EB82AEB34}"/>
              </a:ext>
            </a:extLst>
          </p:cNvPr>
          <p:cNvSpPr/>
          <p:nvPr/>
        </p:nvSpPr>
        <p:spPr>
          <a:xfrm>
            <a:off x="640080" y="2761488"/>
            <a:ext cx="3657600" cy="594360"/>
          </a:xfrm>
          <a:prstGeom prst="rect">
            <a:avLst/>
          </a:prstGeom>
          <a:noFill/>
          <a:ln/>
        </p:spPr>
        <p:txBody>
          <a:bodyPr wrap="square" lIns="0" tIns="0" rIns="0" bIns="0" rtlCol="0" anchor="ctr"/>
          <a:lstStyle/>
          <a:p>
            <a:pPr marL="0" indent="0">
              <a:buNone/>
            </a:pPr>
            <a:r>
              <a:rPr lang="en-US" sz="1100" dirty="0">
                <a:solidFill>
                  <a:srgbClr val="F0F4F8"/>
                </a:solidFill>
                <a:latin typeface="Calibri" pitchFamily="34" charset="0"/>
                <a:ea typeface="Calibri" pitchFamily="34" charset="-122"/>
                <a:cs typeface="Calibri" pitchFamily="34" charset="-120"/>
              </a:rPr>
              <a:t>BSides, local ISSA/ISACA chapters, Discord servers. Most jobs are filled through relationships, not applications. Volunteer. </a:t>
            </a:r>
            <a:endParaRPr lang="en-US" sz="1100" dirty="0"/>
          </a:p>
        </p:txBody>
      </p:sp>
      <p:sp>
        <p:nvSpPr>
          <p:cNvPr id="42" name="Shape 15">
            <a:extLst>
              <a:ext uri="{FF2B5EF4-FFF2-40B4-BE49-F238E27FC236}">
                <a16:creationId xmlns:a16="http://schemas.microsoft.com/office/drawing/2014/main" id="{05579BAA-30C9-A3FC-2781-175E653DF7ED}"/>
              </a:ext>
            </a:extLst>
          </p:cNvPr>
          <p:cNvSpPr/>
          <p:nvPr/>
        </p:nvSpPr>
        <p:spPr>
          <a:xfrm>
            <a:off x="4754880" y="237744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43" name="Shape 16">
            <a:extLst>
              <a:ext uri="{FF2B5EF4-FFF2-40B4-BE49-F238E27FC236}">
                <a16:creationId xmlns:a16="http://schemas.microsoft.com/office/drawing/2014/main" id="{1F0538A6-5EE4-8F62-DD23-909B9929E58E}"/>
              </a:ext>
            </a:extLst>
          </p:cNvPr>
          <p:cNvSpPr/>
          <p:nvPr/>
        </p:nvSpPr>
        <p:spPr>
          <a:xfrm>
            <a:off x="4754880" y="2377440"/>
            <a:ext cx="54864" cy="1097280"/>
          </a:xfrm>
          <a:prstGeom prst="rect">
            <a:avLst/>
          </a:prstGeom>
          <a:solidFill>
            <a:srgbClr val="F59E0B"/>
          </a:solidFill>
          <a:ln/>
        </p:spPr>
        <p:txBody>
          <a:bodyPr/>
          <a:lstStyle/>
          <a:p>
            <a:endParaRPr lang="en-US"/>
          </a:p>
        </p:txBody>
      </p:sp>
      <p:sp>
        <p:nvSpPr>
          <p:cNvPr id="44" name="Text 17">
            <a:extLst>
              <a:ext uri="{FF2B5EF4-FFF2-40B4-BE49-F238E27FC236}">
                <a16:creationId xmlns:a16="http://schemas.microsoft.com/office/drawing/2014/main" id="{D2D855D1-0550-42C3-DF97-70D9AF7E9986}"/>
              </a:ext>
            </a:extLst>
          </p:cNvPr>
          <p:cNvSpPr/>
          <p:nvPr/>
        </p:nvSpPr>
        <p:spPr>
          <a:xfrm>
            <a:off x="4937760" y="2450592"/>
            <a:ext cx="3657600" cy="2743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Skills Are Your Edge</a:t>
            </a:r>
            <a:endParaRPr lang="en-US" sz="1300" dirty="0"/>
          </a:p>
        </p:txBody>
      </p:sp>
      <p:sp>
        <p:nvSpPr>
          <p:cNvPr id="45" name="Text 18">
            <a:extLst>
              <a:ext uri="{FF2B5EF4-FFF2-40B4-BE49-F238E27FC236}">
                <a16:creationId xmlns:a16="http://schemas.microsoft.com/office/drawing/2014/main" id="{14C4C26D-3C14-515C-A353-D3A5C88FD7FC}"/>
              </a:ext>
            </a:extLst>
          </p:cNvPr>
          <p:cNvSpPr/>
          <p:nvPr/>
        </p:nvSpPr>
        <p:spPr>
          <a:xfrm>
            <a:off x="4937760" y="2761488"/>
            <a:ext cx="3657600" cy="594360"/>
          </a:xfrm>
          <a:prstGeom prst="rect">
            <a:avLst/>
          </a:prstGeom>
          <a:noFill/>
          <a:ln/>
        </p:spPr>
        <p:txBody>
          <a:bodyPr wrap="square" lIns="0" tIns="0" rIns="0" bIns="0" rtlCol="0" anchor="ctr"/>
          <a:lstStyle/>
          <a:p>
            <a:pPr marL="0" indent="0">
              <a:buNone/>
            </a:pPr>
            <a:r>
              <a:rPr lang="en-US" sz="1100" dirty="0">
                <a:solidFill>
                  <a:srgbClr val="F0F4F8"/>
                </a:solidFill>
                <a:latin typeface="Calibri" pitchFamily="34" charset="0"/>
                <a:ea typeface="Calibri" pitchFamily="34" charset="-122"/>
                <a:cs typeface="Calibri" pitchFamily="34" charset="-120"/>
              </a:rPr>
              <a:t>Explaining risk to non-technical people is rare and valuable. Communication wins interviews. Sell your transferable skills. </a:t>
            </a:r>
            <a:endParaRPr lang="en-US" sz="1100" dirty="0"/>
          </a:p>
        </p:txBody>
      </p:sp>
      <p:sp>
        <p:nvSpPr>
          <p:cNvPr id="46" name="Shape 19">
            <a:extLst>
              <a:ext uri="{FF2B5EF4-FFF2-40B4-BE49-F238E27FC236}">
                <a16:creationId xmlns:a16="http://schemas.microsoft.com/office/drawing/2014/main" id="{6FC7636F-89E6-7605-485C-73DA7696ADD7}"/>
              </a:ext>
            </a:extLst>
          </p:cNvPr>
          <p:cNvSpPr/>
          <p:nvPr/>
        </p:nvSpPr>
        <p:spPr>
          <a:xfrm>
            <a:off x="457200" y="365760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47" name="Shape 20">
            <a:extLst>
              <a:ext uri="{FF2B5EF4-FFF2-40B4-BE49-F238E27FC236}">
                <a16:creationId xmlns:a16="http://schemas.microsoft.com/office/drawing/2014/main" id="{D203ABAE-51B8-6B6E-E507-9E8DF1060754}"/>
              </a:ext>
            </a:extLst>
          </p:cNvPr>
          <p:cNvSpPr/>
          <p:nvPr/>
        </p:nvSpPr>
        <p:spPr>
          <a:xfrm>
            <a:off x="457200" y="3657600"/>
            <a:ext cx="54864" cy="1097280"/>
          </a:xfrm>
          <a:prstGeom prst="rect">
            <a:avLst/>
          </a:prstGeom>
          <a:solidFill>
            <a:srgbClr val="8B5CF6"/>
          </a:solidFill>
          <a:ln/>
        </p:spPr>
        <p:txBody>
          <a:bodyPr/>
          <a:lstStyle/>
          <a:p>
            <a:endParaRPr lang="en-US"/>
          </a:p>
        </p:txBody>
      </p:sp>
      <p:sp>
        <p:nvSpPr>
          <p:cNvPr id="48" name="Text 21">
            <a:extLst>
              <a:ext uri="{FF2B5EF4-FFF2-40B4-BE49-F238E27FC236}">
                <a16:creationId xmlns:a16="http://schemas.microsoft.com/office/drawing/2014/main" id="{43A3EB18-F964-0FDF-F042-F71E6EE327C2}"/>
              </a:ext>
            </a:extLst>
          </p:cNvPr>
          <p:cNvSpPr/>
          <p:nvPr/>
        </p:nvSpPr>
        <p:spPr>
          <a:xfrm>
            <a:off x="640080" y="3730752"/>
            <a:ext cx="3657600" cy="274320"/>
          </a:xfrm>
          <a:prstGeom prst="rect">
            <a:avLst/>
          </a:prstGeom>
          <a:noFill/>
          <a:ln/>
        </p:spPr>
        <p:txBody>
          <a:bodyPr wrap="square" lIns="0" tIns="0" rIns="0" bIns="0" rtlCol="0" anchor="ctr"/>
          <a:lstStyle/>
          <a:p>
            <a:pPr marL="0" indent="0">
              <a:buNone/>
            </a:pPr>
            <a:r>
              <a:rPr lang="en-US" sz="1300" b="1" dirty="0">
                <a:solidFill>
                  <a:srgbClr val="8B5CF6"/>
                </a:solidFill>
                <a:latin typeface="Trebuchet MS" pitchFamily="34" charset="0"/>
                <a:ea typeface="Trebuchet MS" pitchFamily="34" charset="-122"/>
                <a:cs typeface="Trebuchet MS" pitchFamily="34" charset="-120"/>
              </a:rPr>
              <a:t>Strategic Credentialing</a:t>
            </a:r>
            <a:endParaRPr lang="en-US" sz="1300" dirty="0"/>
          </a:p>
        </p:txBody>
      </p:sp>
      <p:sp>
        <p:nvSpPr>
          <p:cNvPr id="49" name="Text 22">
            <a:extLst>
              <a:ext uri="{FF2B5EF4-FFF2-40B4-BE49-F238E27FC236}">
                <a16:creationId xmlns:a16="http://schemas.microsoft.com/office/drawing/2014/main" id="{0D075783-0E58-54B2-52D1-D8F19E61A29B}"/>
              </a:ext>
            </a:extLst>
          </p:cNvPr>
          <p:cNvSpPr/>
          <p:nvPr/>
        </p:nvSpPr>
        <p:spPr>
          <a:xfrm>
            <a:off x="640080" y="4169119"/>
            <a:ext cx="3657600" cy="594360"/>
          </a:xfrm>
          <a:prstGeom prst="rect">
            <a:avLst/>
          </a:prstGeom>
          <a:noFill/>
          <a:ln/>
        </p:spPr>
        <p:txBody>
          <a:bodyPr wrap="square" lIns="0" tIns="0" rIns="0" bIns="0" rtlCol="0" anchor="ctr"/>
          <a:lstStyle/>
          <a:p>
            <a:pPr>
              <a:spcAft>
                <a:spcPts val="800"/>
              </a:spcAft>
              <a:buSzPct val="100000"/>
            </a:pPr>
            <a:r>
              <a:rPr lang="en-US" sz="1100" dirty="0">
                <a:solidFill>
                  <a:srgbClr val="F0F4F8"/>
                </a:solidFill>
                <a:latin typeface="Calibri" pitchFamily="34" charset="0"/>
                <a:ea typeface="Calibri" pitchFamily="34" charset="-122"/>
                <a:cs typeface="Calibri" pitchFamily="34" charset="-120"/>
              </a:rPr>
              <a:t>Start with one foundational cert (Sec+, </a:t>
            </a:r>
            <a:r>
              <a:rPr lang="en-US" sz="1100" dirty="0" err="1">
                <a:solidFill>
                  <a:srgbClr val="F0F4F8"/>
                </a:solidFill>
                <a:latin typeface="Calibri" pitchFamily="34" charset="0"/>
                <a:ea typeface="Calibri" pitchFamily="34" charset="-122"/>
                <a:cs typeface="Calibri" pitchFamily="34" charset="-120"/>
              </a:rPr>
              <a:t>CySA</a:t>
            </a:r>
            <a:r>
              <a:rPr lang="en-US" sz="1100" dirty="0">
                <a:solidFill>
                  <a:srgbClr val="F0F4F8"/>
                </a:solidFill>
                <a:latin typeface="Calibri" pitchFamily="34" charset="0"/>
                <a:ea typeface="Calibri" pitchFamily="34" charset="-122"/>
                <a:cs typeface="Calibri" pitchFamily="34" charset="-120"/>
              </a:rPr>
              <a:t>+), Align certs to your target role family, Build experience alongside certifications</a:t>
            </a:r>
            <a:endParaRPr lang="en-US" sz="1100" dirty="0"/>
          </a:p>
          <a:p>
            <a:pPr marL="342900" indent="-342900">
              <a:spcAft>
                <a:spcPts val="800"/>
              </a:spcAft>
              <a:buSzPct val="100000"/>
              <a:buChar char="•"/>
            </a:pPr>
            <a:endParaRPr lang="en-US" sz="1100" dirty="0"/>
          </a:p>
        </p:txBody>
      </p:sp>
      <p:sp>
        <p:nvSpPr>
          <p:cNvPr id="50" name="Shape 23">
            <a:extLst>
              <a:ext uri="{FF2B5EF4-FFF2-40B4-BE49-F238E27FC236}">
                <a16:creationId xmlns:a16="http://schemas.microsoft.com/office/drawing/2014/main" id="{2E93591B-D704-7A5B-DEFA-8F351BA8692F}"/>
              </a:ext>
            </a:extLst>
          </p:cNvPr>
          <p:cNvSpPr/>
          <p:nvPr/>
        </p:nvSpPr>
        <p:spPr>
          <a:xfrm>
            <a:off x="4754880" y="3657600"/>
            <a:ext cx="4023360" cy="1097280"/>
          </a:xfrm>
          <a:prstGeom prst="rect">
            <a:avLst/>
          </a:prstGeom>
          <a:solidFill>
            <a:srgbClr val="1A3050"/>
          </a:solidFill>
          <a:ln/>
          <a:effectLst>
            <a:outerShdw blurRad="50800" dist="12700" dir="8100000" algn="bl" rotWithShape="0">
              <a:srgbClr val="000000">
                <a:alpha val="20000"/>
              </a:srgbClr>
            </a:outerShdw>
          </a:effectLst>
        </p:spPr>
        <p:txBody>
          <a:bodyPr/>
          <a:lstStyle/>
          <a:p>
            <a:endParaRPr lang="en-US"/>
          </a:p>
        </p:txBody>
      </p:sp>
      <p:sp>
        <p:nvSpPr>
          <p:cNvPr id="51" name="Shape 24">
            <a:extLst>
              <a:ext uri="{FF2B5EF4-FFF2-40B4-BE49-F238E27FC236}">
                <a16:creationId xmlns:a16="http://schemas.microsoft.com/office/drawing/2014/main" id="{D58943D3-9543-8F6F-DF41-07A17C9A90DC}"/>
              </a:ext>
            </a:extLst>
          </p:cNvPr>
          <p:cNvSpPr/>
          <p:nvPr/>
        </p:nvSpPr>
        <p:spPr>
          <a:xfrm>
            <a:off x="4754880" y="3657600"/>
            <a:ext cx="54864" cy="1097280"/>
          </a:xfrm>
          <a:prstGeom prst="rect">
            <a:avLst/>
          </a:prstGeom>
          <a:solidFill>
            <a:srgbClr val="EF4444"/>
          </a:solidFill>
          <a:ln/>
        </p:spPr>
        <p:txBody>
          <a:bodyPr/>
          <a:lstStyle/>
          <a:p>
            <a:endParaRPr lang="en-US"/>
          </a:p>
        </p:txBody>
      </p:sp>
      <p:sp>
        <p:nvSpPr>
          <p:cNvPr id="52" name="Text 25">
            <a:extLst>
              <a:ext uri="{FF2B5EF4-FFF2-40B4-BE49-F238E27FC236}">
                <a16:creationId xmlns:a16="http://schemas.microsoft.com/office/drawing/2014/main" id="{46097F79-F0FA-9E7C-EBFB-D2E8324E686A}"/>
              </a:ext>
            </a:extLst>
          </p:cNvPr>
          <p:cNvSpPr/>
          <p:nvPr/>
        </p:nvSpPr>
        <p:spPr>
          <a:xfrm>
            <a:off x="4937760" y="3730752"/>
            <a:ext cx="3657600" cy="274320"/>
          </a:xfrm>
          <a:prstGeom prst="rect">
            <a:avLst/>
          </a:prstGeom>
          <a:noFill/>
          <a:ln/>
        </p:spPr>
        <p:txBody>
          <a:bodyPr wrap="square" lIns="0" tIns="0" rIns="0" bIns="0" rtlCol="0" anchor="ctr"/>
          <a:lstStyle/>
          <a:p>
            <a:pPr marL="0" indent="0">
              <a:buNone/>
            </a:pPr>
            <a:r>
              <a:rPr lang="en-US" sz="1300" b="1" dirty="0">
                <a:solidFill>
                  <a:srgbClr val="EF4444"/>
                </a:solidFill>
                <a:latin typeface="Trebuchet MS" pitchFamily="34" charset="0"/>
                <a:ea typeface="Trebuchet MS" pitchFamily="34" charset="-122"/>
                <a:cs typeface="Trebuchet MS" pitchFamily="34" charset="-120"/>
              </a:rPr>
              <a:t>Target Emerging Roles</a:t>
            </a:r>
            <a:endParaRPr lang="en-US" sz="1300" dirty="0"/>
          </a:p>
        </p:txBody>
      </p:sp>
      <p:sp>
        <p:nvSpPr>
          <p:cNvPr id="53" name="Text 26">
            <a:extLst>
              <a:ext uri="{FF2B5EF4-FFF2-40B4-BE49-F238E27FC236}">
                <a16:creationId xmlns:a16="http://schemas.microsoft.com/office/drawing/2014/main" id="{EF47FF0D-DA7E-FDBB-73B8-578EEEBBB8AE}"/>
              </a:ext>
            </a:extLst>
          </p:cNvPr>
          <p:cNvSpPr/>
          <p:nvPr/>
        </p:nvSpPr>
        <p:spPr>
          <a:xfrm>
            <a:off x="4937760" y="4041648"/>
            <a:ext cx="3657600" cy="594360"/>
          </a:xfrm>
          <a:prstGeom prst="rect">
            <a:avLst/>
          </a:prstGeom>
          <a:noFill/>
          <a:ln/>
        </p:spPr>
        <p:txBody>
          <a:bodyPr wrap="square" lIns="0" tIns="0" rIns="0" bIns="0" rtlCol="0" anchor="ctr"/>
          <a:lstStyle/>
          <a:p>
            <a:pPr marL="0" indent="0">
              <a:buNone/>
            </a:pPr>
            <a:r>
              <a:rPr lang="en-US" sz="1100" dirty="0">
                <a:solidFill>
                  <a:srgbClr val="F0F4F8"/>
                </a:solidFill>
                <a:latin typeface="Calibri" pitchFamily="34" charset="0"/>
                <a:ea typeface="Calibri" pitchFamily="34" charset="-122"/>
                <a:cs typeface="Calibri" pitchFamily="34" charset="-120"/>
              </a:rPr>
              <a:t>AI governance, cloud security, Zero Trust, DevSecOps, IAM. Less competition, growing demand.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a:extLst>
            <a:ext uri="{FF2B5EF4-FFF2-40B4-BE49-F238E27FC236}">
              <a16:creationId xmlns:a16="http://schemas.microsoft.com/office/drawing/2014/main" id="{04DF5558-3B03-A653-3F47-626F6F517A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CC0A59-ED6E-075E-D396-617DBB6F67BF}"/>
              </a:ext>
            </a:extLst>
          </p:cNvPr>
          <p:cNvSpPr/>
          <p:nvPr/>
        </p:nvSpPr>
        <p:spPr>
          <a:xfrm>
            <a:off x="0" y="0"/>
            <a:ext cx="9144000" cy="36576"/>
          </a:xfrm>
          <a:prstGeom prst="rect">
            <a:avLst/>
          </a:prstGeom>
          <a:solidFill>
            <a:srgbClr val="06B6D4"/>
          </a:solidFill>
          <a:ln/>
        </p:spPr>
        <p:txBody>
          <a:bodyPr/>
          <a:lstStyle/>
          <a:p>
            <a:endParaRPr lang="en-US"/>
          </a:p>
        </p:txBody>
      </p:sp>
      <p:sp>
        <p:nvSpPr>
          <p:cNvPr id="3" name="Text 1">
            <a:extLst>
              <a:ext uri="{FF2B5EF4-FFF2-40B4-BE49-F238E27FC236}">
                <a16:creationId xmlns:a16="http://schemas.microsoft.com/office/drawing/2014/main" id="{C7C0D4CD-B967-2583-F822-63C8EB8B90CE}"/>
              </a:ext>
            </a:extLst>
          </p:cNvPr>
          <p:cNvSpPr/>
          <p:nvPr/>
        </p:nvSpPr>
        <p:spPr>
          <a:xfrm>
            <a:off x="457200" y="137160"/>
            <a:ext cx="5486400" cy="411480"/>
          </a:xfrm>
          <a:prstGeom prst="rect">
            <a:avLst/>
          </a:prstGeom>
          <a:noFill/>
          <a:ln/>
        </p:spPr>
        <p:txBody>
          <a:bodyPr wrap="square" lIns="0" tIns="0" rIns="0" bIns="0" rtlCol="0" anchor="ctr"/>
          <a:lstStyle/>
          <a:p>
            <a:pPr marL="0" indent="0">
              <a:buNone/>
            </a:pPr>
            <a:r>
              <a:rPr lang="en-US" sz="2600" b="1" dirty="0">
                <a:solidFill>
                  <a:srgbClr val="F8FAFC"/>
                </a:solidFill>
                <a:latin typeface="Trebuchet MS" pitchFamily="34" charset="0"/>
                <a:ea typeface="Trebuchet MS" pitchFamily="34" charset="-122"/>
                <a:cs typeface="Trebuchet MS" pitchFamily="34" charset="-120"/>
              </a:rPr>
              <a:t>Career Migration Paths</a:t>
            </a:r>
            <a:endParaRPr lang="en-US" sz="2600" dirty="0"/>
          </a:p>
        </p:txBody>
      </p:sp>
      <p:sp>
        <p:nvSpPr>
          <p:cNvPr id="4" name="Text 2">
            <a:extLst>
              <a:ext uri="{FF2B5EF4-FFF2-40B4-BE49-F238E27FC236}">
                <a16:creationId xmlns:a16="http://schemas.microsoft.com/office/drawing/2014/main" id="{AF4DBCD8-FF41-D89D-0CDA-D7F448ED7B5A}"/>
              </a:ext>
            </a:extLst>
          </p:cNvPr>
          <p:cNvSpPr/>
          <p:nvPr/>
        </p:nvSpPr>
        <p:spPr>
          <a:xfrm>
            <a:off x="457200" y="530352"/>
            <a:ext cx="8229600" cy="20116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Where you start today, where each path leads, and which certs get you there.</a:t>
            </a:r>
            <a:endParaRPr lang="en-US" sz="1100" dirty="0"/>
          </a:p>
        </p:txBody>
      </p:sp>
      <p:sp>
        <p:nvSpPr>
          <p:cNvPr id="5" name="Text 3">
            <a:extLst>
              <a:ext uri="{FF2B5EF4-FFF2-40B4-BE49-F238E27FC236}">
                <a16:creationId xmlns:a16="http://schemas.microsoft.com/office/drawing/2014/main" id="{2055246A-C386-840B-A6C8-F62DE9B05231}"/>
              </a:ext>
            </a:extLst>
          </p:cNvPr>
          <p:cNvSpPr/>
          <p:nvPr/>
        </p:nvSpPr>
        <p:spPr>
          <a:xfrm>
            <a:off x="365760" y="804672"/>
            <a:ext cx="2011680" cy="182880"/>
          </a:xfrm>
          <a:prstGeom prst="rect">
            <a:avLst/>
          </a:prstGeom>
          <a:noFill/>
          <a:ln/>
        </p:spPr>
        <p:txBody>
          <a:bodyPr wrap="square" lIns="0" tIns="0" rIns="0" bIns="0" rtlCol="0" anchor="ctr"/>
          <a:lstStyle/>
          <a:p>
            <a:pPr marL="0" indent="0">
              <a:buNone/>
            </a:pPr>
            <a:r>
              <a:rPr lang="en-US" sz="750" b="1" kern="0" spc="200" dirty="0">
                <a:solidFill>
                  <a:srgbClr val="06B6D4"/>
                </a:solidFill>
                <a:latin typeface="Calibri" pitchFamily="34" charset="0"/>
                <a:ea typeface="Calibri" pitchFamily="34" charset="-122"/>
                <a:cs typeface="Calibri" pitchFamily="34" charset="-120"/>
              </a:rPr>
              <a:t>WHERE YOU ARE</a:t>
            </a:r>
            <a:endParaRPr lang="en-US" sz="750" dirty="0"/>
          </a:p>
        </p:txBody>
      </p:sp>
      <p:sp>
        <p:nvSpPr>
          <p:cNvPr id="6" name="Text 4">
            <a:extLst>
              <a:ext uri="{FF2B5EF4-FFF2-40B4-BE49-F238E27FC236}">
                <a16:creationId xmlns:a16="http://schemas.microsoft.com/office/drawing/2014/main" id="{B97EE213-6901-A931-ACA4-E0EF43C9EECF}"/>
              </a:ext>
            </a:extLst>
          </p:cNvPr>
          <p:cNvSpPr/>
          <p:nvPr/>
        </p:nvSpPr>
        <p:spPr>
          <a:xfrm>
            <a:off x="2788920" y="804672"/>
            <a:ext cx="3200400" cy="182880"/>
          </a:xfrm>
          <a:prstGeom prst="rect">
            <a:avLst/>
          </a:prstGeom>
          <a:noFill/>
          <a:ln/>
        </p:spPr>
        <p:txBody>
          <a:bodyPr wrap="square" lIns="0" tIns="0" rIns="0" bIns="0" rtlCol="0" anchor="ctr"/>
          <a:lstStyle/>
          <a:p>
            <a:pPr marL="0" indent="0">
              <a:buNone/>
            </a:pPr>
            <a:r>
              <a:rPr lang="en-US" sz="750" b="1" kern="0" spc="200" dirty="0">
                <a:solidFill>
                  <a:srgbClr val="10B981"/>
                </a:solidFill>
                <a:latin typeface="Calibri" pitchFamily="34" charset="0"/>
                <a:ea typeface="Calibri" pitchFamily="34" charset="-122"/>
                <a:cs typeface="Calibri" pitchFamily="34" charset="-120"/>
              </a:rPr>
              <a:t>WHERE YOU'RE GOING</a:t>
            </a:r>
            <a:endParaRPr lang="en-US" sz="750" dirty="0"/>
          </a:p>
        </p:txBody>
      </p:sp>
      <p:sp>
        <p:nvSpPr>
          <p:cNvPr id="7" name="Text 5">
            <a:extLst>
              <a:ext uri="{FF2B5EF4-FFF2-40B4-BE49-F238E27FC236}">
                <a16:creationId xmlns:a16="http://schemas.microsoft.com/office/drawing/2014/main" id="{A675E860-A8E3-FE3D-DA6A-26DABF22A9E8}"/>
              </a:ext>
            </a:extLst>
          </p:cNvPr>
          <p:cNvSpPr/>
          <p:nvPr/>
        </p:nvSpPr>
        <p:spPr>
          <a:xfrm>
            <a:off x="6080760" y="804672"/>
            <a:ext cx="2926080" cy="182880"/>
          </a:xfrm>
          <a:prstGeom prst="rect">
            <a:avLst/>
          </a:prstGeom>
          <a:noFill/>
          <a:ln/>
        </p:spPr>
        <p:txBody>
          <a:bodyPr wrap="square" lIns="0" tIns="0" rIns="0" bIns="0" rtlCol="0" anchor="ctr"/>
          <a:lstStyle/>
          <a:p>
            <a:pPr marL="0" indent="0">
              <a:buNone/>
            </a:pPr>
            <a:r>
              <a:rPr lang="en-US" sz="750" b="1" kern="0" spc="200" dirty="0">
                <a:solidFill>
                  <a:srgbClr val="F59E0B"/>
                </a:solidFill>
                <a:latin typeface="Calibri" pitchFamily="34" charset="0"/>
                <a:ea typeface="Calibri" pitchFamily="34" charset="-122"/>
                <a:cs typeface="Calibri" pitchFamily="34" charset="-120"/>
              </a:rPr>
              <a:t>CERTS THAT GET YOU THERE</a:t>
            </a:r>
            <a:endParaRPr lang="en-US" sz="750" dirty="0"/>
          </a:p>
        </p:txBody>
      </p:sp>
      <p:sp>
        <p:nvSpPr>
          <p:cNvPr id="8" name="Shape 6">
            <a:extLst>
              <a:ext uri="{FF2B5EF4-FFF2-40B4-BE49-F238E27FC236}">
                <a16:creationId xmlns:a16="http://schemas.microsoft.com/office/drawing/2014/main" id="{7D34F1ED-60CB-BA11-769A-C22ED80D398E}"/>
              </a:ext>
            </a:extLst>
          </p:cNvPr>
          <p:cNvSpPr/>
          <p:nvPr/>
        </p:nvSpPr>
        <p:spPr>
          <a:xfrm>
            <a:off x="320040" y="1051560"/>
            <a:ext cx="8503920" cy="566928"/>
          </a:xfrm>
          <a:prstGeom prst="rect">
            <a:avLst/>
          </a:prstGeom>
          <a:solidFill>
            <a:srgbClr val="162337"/>
          </a:solidFill>
          <a:ln/>
        </p:spPr>
        <p:txBody>
          <a:bodyPr/>
          <a:lstStyle/>
          <a:p>
            <a:endParaRPr lang="en-US"/>
          </a:p>
        </p:txBody>
      </p:sp>
      <p:sp>
        <p:nvSpPr>
          <p:cNvPr id="9" name="Shape 7">
            <a:extLst>
              <a:ext uri="{FF2B5EF4-FFF2-40B4-BE49-F238E27FC236}">
                <a16:creationId xmlns:a16="http://schemas.microsoft.com/office/drawing/2014/main" id="{D59F1BD2-BE4E-09FE-4F4F-01425BA2B989}"/>
              </a:ext>
            </a:extLst>
          </p:cNvPr>
          <p:cNvSpPr/>
          <p:nvPr/>
        </p:nvSpPr>
        <p:spPr>
          <a:xfrm>
            <a:off x="320040" y="1051560"/>
            <a:ext cx="45720" cy="566928"/>
          </a:xfrm>
          <a:prstGeom prst="rect">
            <a:avLst/>
          </a:prstGeom>
          <a:solidFill>
            <a:srgbClr val="3B82F6"/>
          </a:solidFill>
          <a:ln/>
        </p:spPr>
        <p:txBody>
          <a:bodyPr/>
          <a:lstStyle/>
          <a:p>
            <a:endParaRPr lang="en-US"/>
          </a:p>
        </p:txBody>
      </p:sp>
      <p:sp>
        <p:nvSpPr>
          <p:cNvPr id="10" name="Text 8">
            <a:extLst>
              <a:ext uri="{FF2B5EF4-FFF2-40B4-BE49-F238E27FC236}">
                <a16:creationId xmlns:a16="http://schemas.microsoft.com/office/drawing/2014/main" id="{8C7875F7-FEE3-4527-17D3-F2B3EB9AF081}"/>
              </a:ext>
            </a:extLst>
          </p:cNvPr>
          <p:cNvSpPr/>
          <p:nvPr/>
        </p:nvSpPr>
        <p:spPr>
          <a:xfrm>
            <a:off x="457200" y="109728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Help Desk / IT Support</a:t>
            </a:r>
            <a:endParaRPr lang="en-US" sz="1100" dirty="0"/>
          </a:p>
        </p:txBody>
      </p:sp>
      <p:pic>
        <p:nvPicPr>
          <p:cNvPr id="11" name="Image 0" descr="preencoded.png">
            <a:extLst>
              <a:ext uri="{FF2B5EF4-FFF2-40B4-BE49-F238E27FC236}">
                <a16:creationId xmlns:a16="http://schemas.microsoft.com/office/drawing/2014/main" id="{1CE86444-7C43-8766-56CB-DF40D44546BD}"/>
              </a:ext>
            </a:extLst>
          </p:cNvPr>
          <p:cNvPicPr>
            <a:picLocks noChangeAspect="1"/>
          </p:cNvPicPr>
          <p:nvPr/>
        </p:nvPicPr>
        <p:blipFill>
          <a:blip r:embed="rId3"/>
          <a:stretch>
            <a:fillRect/>
          </a:stretch>
        </p:blipFill>
        <p:spPr>
          <a:xfrm>
            <a:off x="2423160" y="1243584"/>
            <a:ext cx="182880" cy="182880"/>
          </a:xfrm>
          <a:prstGeom prst="rect">
            <a:avLst/>
          </a:prstGeom>
        </p:spPr>
      </p:pic>
      <p:sp>
        <p:nvSpPr>
          <p:cNvPr id="12" name="Text 9">
            <a:extLst>
              <a:ext uri="{FF2B5EF4-FFF2-40B4-BE49-F238E27FC236}">
                <a16:creationId xmlns:a16="http://schemas.microsoft.com/office/drawing/2014/main" id="{FE0F2F3F-18D5-ECAF-FDD4-32615B863D0A}"/>
              </a:ext>
            </a:extLst>
          </p:cNvPr>
          <p:cNvSpPr/>
          <p:nvPr/>
        </p:nvSpPr>
        <p:spPr>
          <a:xfrm>
            <a:off x="2926080" y="109728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SOC Analyst, Security Ops, IAM Engineer</a:t>
            </a:r>
            <a:endParaRPr lang="en-US" sz="1000" dirty="0"/>
          </a:p>
        </p:txBody>
      </p:sp>
      <p:sp>
        <p:nvSpPr>
          <p:cNvPr id="13" name="Shape 10">
            <a:extLst>
              <a:ext uri="{FF2B5EF4-FFF2-40B4-BE49-F238E27FC236}">
                <a16:creationId xmlns:a16="http://schemas.microsoft.com/office/drawing/2014/main" id="{51DE65F1-BECE-E63D-1FB0-7209305A341A}"/>
              </a:ext>
            </a:extLst>
          </p:cNvPr>
          <p:cNvSpPr/>
          <p:nvPr/>
        </p:nvSpPr>
        <p:spPr>
          <a:xfrm>
            <a:off x="5989320" y="1143000"/>
            <a:ext cx="0" cy="384048"/>
          </a:xfrm>
          <a:prstGeom prst="line">
            <a:avLst/>
          </a:prstGeom>
          <a:noFill/>
          <a:ln w="6350">
            <a:solidFill>
              <a:srgbClr val="334155"/>
            </a:solidFill>
            <a:prstDash val="solid"/>
          </a:ln>
        </p:spPr>
        <p:txBody>
          <a:bodyPr/>
          <a:lstStyle/>
          <a:p>
            <a:endParaRPr lang="en-US"/>
          </a:p>
        </p:txBody>
      </p:sp>
      <p:pic>
        <p:nvPicPr>
          <p:cNvPr id="14" name="Image 1" descr="preencoded.png">
            <a:extLst>
              <a:ext uri="{FF2B5EF4-FFF2-40B4-BE49-F238E27FC236}">
                <a16:creationId xmlns:a16="http://schemas.microsoft.com/office/drawing/2014/main" id="{F7CF868E-FFAC-91FD-571F-7650D6D23C75}"/>
              </a:ext>
            </a:extLst>
          </p:cNvPr>
          <p:cNvPicPr>
            <a:picLocks noChangeAspect="1"/>
          </p:cNvPicPr>
          <p:nvPr/>
        </p:nvPicPr>
        <p:blipFill>
          <a:blip r:embed="rId4"/>
          <a:stretch>
            <a:fillRect/>
          </a:stretch>
        </p:blipFill>
        <p:spPr>
          <a:xfrm>
            <a:off x="6080760" y="1261872"/>
            <a:ext cx="146304" cy="146304"/>
          </a:xfrm>
          <a:prstGeom prst="rect">
            <a:avLst/>
          </a:prstGeom>
        </p:spPr>
      </p:pic>
      <p:sp>
        <p:nvSpPr>
          <p:cNvPr id="15" name="Text 11">
            <a:extLst>
              <a:ext uri="{FF2B5EF4-FFF2-40B4-BE49-F238E27FC236}">
                <a16:creationId xmlns:a16="http://schemas.microsoft.com/office/drawing/2014/main" id="{BB5C4ABA-A14A-0FBF-799D-C385D0A4B2A9}"/>
              </a:ext>
            </a:extLst>
          </p:cNvPr>
          <p:cNvSpPr/>
          <p:nvPr/>
        </p:nvSpPr>
        <p:spPr>
          <a:xfrm>
            <a:off x="6281928" y="109728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CompTIA Security+, ISC2 CC (free), CySA+</a:t>
            </a:r>
            <a:endParaRPr lang="en-US" sz="900" dirty="0"/>
          </a:p>
        </p:txBody>
      </p:sp>
      <p:sp>
        <p:nvSpPr>
          <p:cNvPr id="16" name="Shape 12">
            <a:extLst>
              <a:ext uri="{FF2B5EF4-FFF2-40B4-BE49-F238E27FC236}">
                <a16:creationId xmlns:a16="http://schemas.microsoft.com/office/drawing/2014/main" id="{10494E48-D043-CE51-572A-B42CF1FEE8B1}"/>
              </a:ext>
            </a:extLst>
          </p:cNvPr>
          <p:cNvSpPr/>
          <p:nvPr/>
        </p:nvSpPr>
        <p:spPr>
          <a:xfrm>
            <a:off x="320040" y="1691640"/>
            <a:ext cx="8503920" cy="566928"/>
          </a:xfrm>
          <a:prstGeom prst="rect">
            <a:avLst/>
          </a:prstGeom>
          <a:solidFill>
            <a:srgbClr val="162337"/>
          </a:solidFill>
          <a:ln/>
        </p:spPr>
        <p:txBody>
          <a:bodyPr/>
          <a:lstStyle/>
          <a:p>
            <a:endParaRPr lang="en-US"/>
          </a:p>
        </p:txBody>
      </p:sp>
      <p:sp>
        <p:nvSpPr>
          <p:cNvPr id="17" name="Shape 13">
            <a:extLst>
              <a:ext uri="{FF2B5EF4-FFF2-40B4-BE49-F238E27FC236}">
                <a16:creationId xmlns:a16="http://schemas.microsoft.com/office/drawing/2014/main" id="{DC59C662-C85A-D1AB-CAC0-3AA9C005564C}"/>
              </a:ext>
            </a:extLst>
          </p:cNvPr>
          <p:cNvSpPr/>
          <p:nvPr/>
        </p:nvSpPr>
        <p:spPr>
          <a:xfrm>
            <a:off x="320040" y="1691640"/>
            <a:ext cx="45720" cy="566928"/>
          </a:xfrm>
          <a:prstGeom prst="rect">
            <a:avLst/>
          </a:prstGeom>
          <a:solidFill>
            <a:srgbClr val="06B6D4"/>
          </a:solidFill>
          <a:ln/>
        </p:spPr>
        <p:txBody>
          <a:bodyPr/>
          <a:lstStyle/>
          <a:p>
            <a:endParaRPr lang="en-US"/>
          </a:p>
        </p:txBody>
      </p:sp>
      <p:sp>
        <p:nvSpPr>
          <p:cNvPr id="18" name="Text 14">
            <a:extLst>
              <a:ext uri="{FF2B5EF4-FFF2-40B4-BE49-F238E27FC236}">
                <a16:creationId xmlns:a16="http://schemas.microsoft.com/office/drawing/2014/main" id="{10810741-0A83-F1AC-0906-0E06896E907A}"/>
              </a:ext>
            </a:extLst>
          </p:cNvPr>
          <p:cNvSpPr/>
          <p:nvPr/>
        </p:nvSpPr>
        <p:spPr>
          <a:xfrm>
            <a:off x="457200" y="173736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Sysadmin / IT Ops</a:t>
            </a:r>
            <a:endParaRPr lang="en-US" sz="1100" dirty="0"/>
          </a:p>
        </p:txBody>
      </p:sp>
      <p:pic>
        <p:nvPicPr>
          <p:cNvPr id="19" name="Image 2" descr="preencoded.png">
            <a:extLst>
              <a:ext uri="{FF2B5EF4-FFF2-40B4-BE49-F238E27FC236}">
                <a16:creationId xmlns:a16="http://schemas.microsoft.com/office/drawing/2014/main" id="{5D23ABE8-776D-7A13-5F83-5C668C770FF0}"/>
              </a:ext>
            </a:extLst>
          </p:cNvPr>
          <p:cNvPicPr>
            <a:picLocks noChangeAspect="1"/>
          </p:cNvPicPr>
          <p:nvPr/>
        </p:nvPicPr>
        <p:blipFill>
          <a:blip r:embed="rId3"/>
          <a:stretch>
            <a:fillRect/>
          </a:stretch>
        </p:blipFill>
        <p:spPr>
          <a:xfrm>
            <a:off x="2423160" y="1883664"/>
            <a:ext cx="182880" cy="182880"/>
          </a:xfrm>
          <a:prstGeom prst="rect">
            <a:avLst/>
          </a:prstGeom>
        </p:spPr>
      </p:pic>
      <p:sp>
        <p:nvSpPr>
          <p:cNvPr id="20" name="Text 15">
            <a:extLst>
              <a:ext uri="{FF2B5EF4-FFF2-40B4-BE49-F238E27FC236}">
                <a16:creationId xmlns:a16="http://schemas.microsoft.com/office/drawing/2014/main" id="{E811F66B-AEEC-465C-B039-0D223BEF9CC5}"/>
              </a:ext>
            </a:extLst>
          </p:cNvPr>
          <p:cNvSpPr/>
          <p:nvPr/>
        </p:nvSpPr>
        <p:spPr>
          <a:xfrm>
            <a:off x="2926080" y="173736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Security Engineer, Cloud Security, Patch/Config Mgmt</a:t>
            </a:r>
            <a:endParaRPr lang="en-US" sz="1000" dirty="0"/>
          </a:p>
        </p:txBody>
      </p:sp>
      <p:sp>
        <p:nvSpPr>
          <p:cNvPr id="21" name="Shape 16">
            <a:extLst>
              <a:ext uri="{FF2B5EF4-FFF2-40B4-BE49-F238E27FC236}">
                <a16:creationId xmlns:a16="http://schemas.microsoft.com/office/drawing/2014/main" id="{349FE0D1-1621-63F6-7C1A-40F4F66AB210}"/>
              </a:ext>
            </a:extLst>
          </p:cNvPr>
          <p:cNvSpPr/>
          <p:nvPr/>
        </p:nvSpPr>
        <p:spPr>
          <a:xfrm>
            <a:off x="5989320" y="1783080"/>
            <a:ext cx="0" cy="384048"/>
          </a:xfrm>
          <a:prstGeom prst="line">
            <a:avLst/>
          </a:prstGeom>
          <a:noFill/>
          <a:ln w="6350">
            <a:solidFill>
              <a:srgbClr val="334155"/>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6EA30802-6938-AE0B-9337-9EB5B4236C3D}"/>
              </a:ext>
            </a:extLst>
          </p:cNvPr>
          <p:cNvPicPr>
            <a:picLocks noChangeAspect="1"/>
          </p:cNvPicPr>
          <p:nvPr/>
        </p:nvPicPr>
        <p:blipFill>
          <a:blip r:embed="rId4"/>
          <a:stretch>
            <a:fillRect/>
          </a:stretch>
        </p:blipFill>
        <p:spPr>
          <a:xfrm>
            <a:off x="6080760" y="1901952"/>
            <a:ext cx="146304" cy="146304"/>
          </a:xfrm>
          <a:prstGeom prst="rect">
            <a:avLst/>
          </a:prstGeom>
        </p:spPr>
      </p:pic>
      <p:sp>
        <p:nvSpPr>
          <p:cNvPr id="23" name="Text 17">
            <a:extLst>
              <a:ext uri="{FF2B5EF4-FFF2-40B4-BE49-F238E27FC236}">
                <a16:creationId xmlns:a16="http://schemas.microsoft.com/office/drawing/2014/main" id="{DB300A99-500B-B025-1FD4-B3A5918D759D}"/>
              </a:ext>
            </a:extLst>
          </p:cNvPr>
          <p:cNvSpPr/>
          <p:nvPr/>
        </p:nvSpPr>
        <p:spPr>
          <a:xfrm>
            <a:off x="6281928" y="173736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AWS Security Specialty, AZ-500, CompTIA Security+</a:t>
            </a:r>
            <a:endParaRPr lang="en-US" sz="900" dirty="0"/>
          </a:p>
        </p:txBody>
      </p:sp>
      <p:sp>
        <p:nvSpPr>
          <p:cNvPr id="24" name="Shape 18">
            <a:extLst>
              <a:ext uri="{FF2B5EF4-FFF2-40B4-BE49-F238E27FC236}">
                <a16:creationId xmlns:a16="http://schemas.microsoft.com/office/drawing/2014/main" id="{F8DD3495-1DA9-6151-ED87-ABAA8F995F75}"/>
              </a:ext>
            </a:extLst>
          </p:cNvPr>
          <p:cNvSpPr/>
          <p:nvPr/>
        </p:nvSpPr>
        <p:spPr>
          <a:xfrm>
            <a:off x="320040" y="2331720"/>
            <a:ext cx="8503920" cy="566928"/>
          </a:xfrm>
          <a:prstGeom prst="rect">
            <a:avLst/>
          </a:prstGeom>
          <a:solidFill>
            <a:srgbClr val="162337"/>
          </a:solidFill>
          <a:ln/>
        </p:spPr>
        <p:txBody>
          <a:bodyPr/>
          <a:lstStyle/>
          <a:p>
            <a:endParaRPr lang="en-US"/>
          </a:p>
        </p:txBody>
      </p:sp>
      <p:sp>
        <p:nvSpPr>
          <p:cNvPr id="25" name="Shape 19">
            <a:extLst>
              <a:ext uri="{FF2B5EF4-FFF2-40B4-BE49-F238E27FC236}">
                <a16:creationId xmlns:a16="http://schemas.microsoft.com/office/drawing/2014/main" id="{F32876F1-74CA-EF03-F8AB-F80276807D48}"/>
              </a:ext>
            </a:extLst>
          </p:cNvPr>
          <p:cNvSpPr/>
          <p:nvPr/>
        </p:nvSpPr>
        <p:spPr>
          <a:xfrm>
            <a:off x="320040" y="2331720"/>
            <a:ext cx="45720" cy="566928"/>
          </a:xfrm>
          <a:prstGeom prst="rect">
            <a:avLst/>
          </a:prstGeom>
          <a:solidFill>
            <a:srgbClr val="A855F7"/>
          </a:solidFill>
          <a:ln/>
        </p:spPr>
        <p:txBody>
          <a:bodyPr/>
          <a:lstStyle/>
          <a:p>
            <a:endParaRPr lang="en-US"/>
          </a:p>
        </p:txBody>
      </p:sp>
      <p:sp>
        <p:nvSpPr>
          <p:cNvPr id="26" name="Text 20">
            <a:extLst>
              <a:ext uri="{FF2B5EF4-FFF2-40B4-BE49-F238E27FC236}">
                <a16:creationId xmlns:a16="http://schemas.microsoft.com/office/drawing/2014/main" id="{7D6A1C0D-2C0C-79C1-39C0-E8D33F89BF43}"/>
              </a:ext>
            </a:extLst>
          </p:cNvPr>
          <p:cNvSpPr/>
          <p:nvPr/>
        </p:nvSpPr>
        <p:spPr>
          <a:xfrm>
            <a:off x="457200" y="237744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NOC Analyst</a:t>
            </a:r>
            <a:endParaRPr lang="en-US" sz="1100" dirty="0"/>
          </a:p>
        </p:txBody>
      </p:sp>
      <p:pic>
        <p:nvPicPr>
          <p:cNvPr id="54" name="Image 4" descr="preencoded.png">
            <a:extLst>
              <a:ext uri="{FF2B5EF4-FFF2-40B4-BE49-F238E27FC236}">
                <a16:creationId xmlns:a16="http://schemas.microsoft.com/office/drawing/2014/main" id="{16888A30-5F31-8773-0773-46778189E3B4}"/>
              </a:ext>
            </a:extLst>
          </p:cNvPr>
          <p:cNvPicPr>
            <a:picLocks noChangeAspect="1"/>
          </p:cNvPicPr>
          <p:nvPr/>
        </p:nvPicPr>
        <p:blipFill>
          <a:blip r:embed="rId3"/>
          <a:stretch>
            <a:fillRect/>
          </a:stretch>
        </p:blipFill>
        <p:spPr>
          <a:xfrm>
            <a:off x="2423160" y="2523744"/>
            <a:ext cx="182880" cy="182880"/>
          </a:xfrm>
          <a:prstGeom prst="rect">
            <a:avLst/>
          </a:prstGeom>
        </p:spPr>
      </p:pic>
      <p:sp>
        <p:nvSpPr>
          <p:cNvPr id="55" name="Text 21">
            <a:extLst>
              <a:ext uri="{FF2B5EF4-FFF2-40B4-BE49-F238E27FC236}">
                <a16:creationId xmlns:a16="http://schemas.microsoft.com/office/drawing/2014/main" id="{99922253-C0FC-C269-4E8A-DB9C26EE9E7B}"/>
              </a:ext>
            </a:extLst>
          </p:cNvPr>
          <p:cNvSpPr/>
          <p:nvPr/>
        </p:nvSpPr>
        <p:spPr>
          <a:xfrm>
            <a:off x="2926080" y="237744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Detection Engineer, Incident Responder, Threat Hunter</a:t>
            </a:r>
            <a:endParaRPr lang="en-US" sz="1000" dirty="0"/>
          </a:p>
        </p:txBody>
      </p:sp>
      <p:sp>
        <p:nvSpPr>
          <p:cNvPr id="56" name="Shape 22">
            <a:extLst>
              <a:ext uri="{FF2B5EF4-FFF2-40B4-BE49-F238E27FC236}">
                <a16:creationId xmlns:a16="http://schemas.microsoft.com/office/drawing/2014/main" id="{0B7A17EA-D31E-9818-5A3D-A81180B75EA4}"/>
              </a:ext>
            </a:extLst>
          </p:cNvPr>
          <p:cNvSpPr/>
          <p:nvPr/>
        </p:nvSpPr>
        <p:spPr>
          <a:xfrm>
            <a:off x="5989320" y="2423160"/>
            <a:ext cx="0" cy="384048"/>
          </a:xfrm>
          <a:prstGeom prst="line">
            <a:avLst/>
          </a:prstGeom>
          <a:noFill/>
          <a:ln w="6350">
            <a:solidFill>
              <a:srgbClr val="334155"/>
            </a:solidFill>
            <a:prstDash val="solid"/>
          </a:ln>
        </p:spPr>
        <p:txBody>
          <a:bodyPr/>
          <a:lstStyle/>
          <a:p>
            <a:endParaRPr lang="en-US"/>
          </a:p>
        </p:txBody>
      </p:sp>
      <p:pic>
        <p:nvPicPr>
          <p:cNvPr id="57" name="Image 5" descr="preencoded.png">
            <a:extLst>
              <a:ext uri="{FF2B5EF4-FFF2-40B4-BE49-F238E27FC236}">
                <a16:creationId xmlns:a16="http://schemas.microsoft.com/office/drawing/2014/main" id="{FE5B86F2-7741-5992-B95F-B742FC74B861}"/>
              </a:ext>
            </a:extLst>
          </p:cNvPr>
          <p:cNvPicPr>
            <a:picLocks noChangeAspect="1"/>
          </p:cNvPicPr>
          <p:nvPr/>
        </p:nvPicPr>
        <p:blipFill>
          <a:blip r:embed="rId4"/>
          <a:stretch>
            <a:fillRect/>
          </a:stretch>
        </p:blipFill>
        <p:spPr>
          <a:xfrm>
            <a:off x="6080760" y="2542032"/>
            <a:ext cx="146304" cy="146304"/>
          </a:xfrm>
          <a:prstGeom prst="rect">
            <a:avLst/>
          </a:prstGeom>
        </p:spPr>
      </p:pic>
      <p:sp>
        <p:nvSpPr>
          <p:cNvPr id="58" name="Text 23">
            <a:extLst>
              <a:ext uri="{FF2B5EF4-FFF2-40B4-BE49-F238E27FC236}">
                <a16:creationId xmlns:a16="http://schemas.microsoft.com/office/drawing/2014/main" id="{E359ECF3-74F1-F642-CA08-C2CD2D1805E7}"/>
              </a:ext>
            </a:extLst>
          </p:cNvPr>
          <p:cNvSpPr/>
          <p:nvPr/>
        </p:nvSpPr>
        <p:spPr>
          <a:xfrm>
            <a:off x="6281928" y="237744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CySA+, BTL1, GIAC GCIH</a:t>
            </a:r>
            <a:endParaRPr lang="en-US" sz="900" dirty="0"/>
          </a:p>
        </p:txBody>
      </p:sp>
      <p:sp>
        <p:nvSpPr>
          <p:cNvPr id="59" name="Shape 24">
            <a:extLst>
              <a:ext uri="{FF2B5EF4-FFF2-40B4-BE49-F238E27FC236}">
                <a16:creationId xmlns:a16="http://schemas.microsoft.com/office/drawing/2014/main" id="{7763A140-2064-AB73-E886-906B7523C642}"/>
              </a:ext>
            </a:extLst>
          </p:cNvPr>
          <p:cNvSpPr/>
          <p:nvPr/>
        </p:nvSpPr>
        <p:spPr>
          <a:xfrm>
            <a:off x="320040" y="2971800"/>
            <a:ext cx="8503920" cy="566928"/>
          </a:xfrm>
          <a:prstGeom prst="rect">
            <a:avLst/>
          </a:prstGeom>
          <a:solidFill>
            <a:srgbClr val="162337"/>
          </a:solidFill>
          <a:ln/>
        </p:spPr>
        <p:txBody>
          <a:bodyPr/>
          <a:lstStyle/>
          <a:p>
            <a:endParaRPr lang="en-US"/>
          </a:p>
        </p:txBody>
      </p:sp>
      <p:sp>
        <p:nvSpPr>
          <p:cNvPr id="60" name="Shape 25">
            <a:extLst>
              <a:ext uri="{FF2B5EF4-FFF2-40B4-BE49-F238E27FC236}">
                <a16:creationId xmlns:a16="http://schemas.microsoft.com/office/drawing/2014/main" id="{6749499E-E09C-F3DE-0FB4-5CDEC1108640}"/>
              </a:ext>
            </a:extLst>
          </p:cNvPr>
          <p:cNvSpPr/>
          <p:nvPr/>
        </p:nvSpPr>
        <p:spPr>
          <a:xfrm>
            <a:off x="320040" y="2971800"/>
            <a:ext cx="45720" cy="566928"/>
          </a:xfrm>
          <a:prstGeom prst="rect">
            <a:avLst/>
          </a:prstGeom>
          <a:solidFill>
            <a:srgbClr val="10B981"/>
          </a:solidFill>
          <a:ln/>
        </p:spPr>
        <p:txBody>
          <a:bodyPr/>
          <a:lstStyle/>
          <a:p>
            <a:endParaRPr lang="en-US"/>
          </a:p>
        </p:txBody>
      </p:sp>
      <p:sp>
        <p:nvSpPr>
          <p:cNvPr id="61" name="Text 26">
            <a:extLst>
              <a:ext uri="{FF2B5EF4-FFF2-40B4-BE49-F238E27FC236}">
                <a16:creationId xmlns:a16="http://schemas.microsoft.com/office/drawing/2014/main" id="{49933F5B-8AF2-E938-D8CD-45535356FA18}"/>
              </a:ext>
            </a:extLst>
          </p:cNvPr>
          <p:cNvSpPr/>
          <p:nvPr/>
        </p:nvSpPr>
        <p:spPr>
          <a:xfrm>
            <a:off x="457200" y="301752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Developer / DevOps</a:t>
            </a:r>
            <a:endParaRPr lang="en-US" sz="1100" dirty="0"/>
          </a:p>
        </p:txBody>
      </p:sp>
      <p:pic>
        <p:nvPicPr>
          <p:cNvPr id="62" name="Image 6" descr="preencoded.png">
            <a:extLst>
              <a:ext uri="{FF2B5EF4-FFF2-40B4-BE49-F238E27FC236}">
                <a16:creationId xmlns:a16="http://schemas.microsoft.com/office/drawing/2014/main" id="{450C89E7-82B8-8DCE-A49A-11DC5BD6B3C7}"/>
              </a:ext>
            </a:extLst>
          </p:cNvPr>
          <p:cNvPicPr>
            <a:picLocks noChangeAspect="1"/>
          </p:cNvPicPr>
          <p:nvPr/>
        </p:nvPicPr>
        <p:blipFill>
          <a:blip r:embed="rId3"/>
          <a:stretch>
            <a:fillRect/>
          </a:stretch>
        </p:blipFill>
        <p:spPr>
          <a:xfrm>
            <a:off x="2423160" y="3163824"/>
            <a:ext cx="182880" cy="182880"/>
          </a:xfrm>
          <a:prstGeom prst="rect">
            <a:avLst/>
          </a:prstGeom>
        </p:spPr>
      </p:pic>
      <p:sp>
        <p:nvSpPr>
          <p:cNvPr id="63" name="Text 27">
            <a:extLst>
              <a:ext uri="{FF2B5EF4-FFF2-40B4-BE49-F238E27FC236}">
                <a16:creationId xmlns:a16="http://schemas.microsoft.com/office/drawing/2014/main" id="{21775C83-13FE-5D94-4458-F8AEF28E9D2D}"/>
              </a:ext>
            </a:extLst>
          </p:cNvPr>
          <p:cNvSpPr/>
          <p:nvPr/>
        </p:nvSpPr>
        <p:spPr>
          <a:xfrm>
            <a:off x="2926080" y="301752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AppSec Engineer, DevSecOps, Product Security</a:t>
            </a:r>
            <a:endParaRPr lang="en-US" sz="1000" dirty="0"/>
          </a:p>
        </p:txBody>
      </p:sp>
      <p:sp>
        <p:nvSpPr>
          <p:cNvPr id="64" name="Shape 28">
            <a:extLst>
              <a:ext uri="{FF2B5EF4-FFF2-40B4-BE49-F238E27FC236}">
                <a16:creationId xmlns:a16="http://schemas.microsoft.com/office/drawing/2014/main" id="{58D2A990-E938-21B5-B237-A0BA6904B63E}"/>
              </a:ext>
            </a:extLst>
          </p:cNvPr>
          <p:cNvSpPr/>
          <p:nvPr/>
        </p:nvSpPr>
        <p:spPr>
          <a:xfrm>
            <a:off x="5989320" y="3063240"/>
            <a:ext cx="0" cy="384048"/>
          </a:xfrm>
          <a:prstGeom prst="line">
            <a:avLst/>
          </a:prstGeom>
          <a:noFill/>
          <a:ln w="6350">
            <a:solidFill>
              <a:srgbClr val="334155"/>
            </a:solidFill>
            <a:prstDash val="solid"/>
          </a:ln>
        </p:spPr>
        <p:txBody>
          <a:bodyPr/>
          <a:lstStyle/>
          <a:p>
            <a:endParaRPr lang="en-US"/>
          </a:p>
        </p:txBody>
      </p:sp>
      <p:pic>
        <p:nvPicPr>
          <p:cNvPr id="65" name="Image 7" descr="preencoded.png">
            <a:extLst>
              <a:ext uri="{FF2B5EF4-FFF2-40B4-BE49-F238E27FC236}">
                <a16:creationId xmlns:a16="http://schemas.microsoft.com/office/drawing/2014/main" id="{A04755D2-0C95-20C6-1667-258E27E25CC8}"/>
              </a:ext>
            </a:extLst>
          </p:cNvPr>
          <p:cNvPicPr>
            <a:picLocks noChangeAspect="1"/>
          </p:cNvPicPr>
          <p:nvPr/>
        </p:nvPicPr>
        <p:blipFill>
          <a:blip r:embed="rId4"/>
          <a:stretch>
            <a:fillRect/>
          </a:stretch>
        </p:blipFill>
        <p:spPr>
          <a:xfrm>
            <a:off x="6080760" y="3182112"/>
            <a:ext cx="146304" cy="146304"/>
          </a:xfrm>
          <a:prstGeom prst="rect">
            <a:avLst/>
          </a:prstGeom>
        </p:spPr>
      </p:pic>
      <p:sp>
        <p:nvSpPr>
          <p:cNvPr id="66" name="Text 29">
            <a:extLst>
              <a:ext uri="{FF2B5EF4-FFF2-40B4-BE49-F238E27FC236}">
                <a16:creationId xmlns:a16="http://schemas.microsoft.com/office/drawing/2014/main" id="{8D954414-37E0-7DC6-CF9D-D90BFE32FA1B}"/>
              </a:ext>
            </a:extLst>
          </p:cNvPr>
          <p:cNvSpPr/>
          <p:nvPr/>
        </p:nvSpPr>
        <p:spPr>
          <a:xfrm>
            <a:off x="6281928" y="301752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CSSLP, GWEB, AWS DevOps Professional</a:t>
            </a:r>
            <a:endParaRPr lang="en-US" sz="900" dirty="0"/>
          </a:p>
        </p:txBody>
      </p:sp>
      <p:sp>
        <p:nvSpPr>
          <p:cNvPr id="67" name="Shape 30">
            <a:extLst>
              <a:ext uri="{FF2B5EF4-FFF2-40B4-BE49-F238E27FC236}">
                <a16:creationId xmlns:a16="http://schemas.microsoft.com/office/drawing/2014/main" id="{48950B72-A4E1-BECF-818B-B76E427A9DD2}"/>
              </a:ext>
            </a:extLst>
          </p:cNvPr>
          <p:cNvSpPr/>
          <p:nvPr/>
        </p:nvSpPr>
        <p:spPr>
          <a:xfrm>
            <a:off x="320040" y="3611880"/>
            <a:ext cx="8503920" cy="566928"/>
          </a:xfrm>
          <a:prstGeom prst="rect">
            <a:avLst/>
          </a:prstGeom>
          <a:solidFill>
            <a:srgbClr val="162337"/>
          </a:solidFill>
          <a:ln/>
        </p:spPr>
        <p:txBody>
          <a:bodyPr/>
          <a:lstStyle/>
          <a:p>
            <a:endParaRPr lang="en-US"/>
          </a:p>
        </p:txBody>
      </p:sp>
      <p:sp>
        <p:nvSpPr>
          <p:cNvPr id="68" name="Shape 31">
            <a:extLst>
              <a:ext uri="{FF2B5EF4-FFF2-40B4-BE49-F238E27FC236}">
                <a16:creationId xmlns:a16="http://schemas.microsoft.com/office/drawing/2014/main" id="{48FE6081-7794-64FB-3F22-5B677CFABB8B}"/>
              </a:ext>
            </a:extLst>
          </p:cNvPr>
          <p:cNvSpPr/>
          <p:nvPr/>
        </p:nvSpPr>
        <p:spPr>
          <a:xfrm>
            <a:off x="320040" y="3611880"/>
            <a:ext cx="45720" cy="566928"/>
          </a:xfrm>
          <a:prstGeom prst="rect">
            <a:avLst/>
          </a:prstGeom>
          <a:solidFill>
            <a:srgbClr val="F97316"/>
          </a:solidFill>
          <a:ln/>
        </p:spPr>
        <p:txBody>
          <a:bodyPr/>
          <a:lstStyle/>
          <a:p>
            <a:endParaRPr lang="en-US"/>
          </a:p>
        </p:txBody>
      </p:sp>
      <p:sp>
        <p:nvSpPr>
          <p:cNvPr id="69" name="Text 32">
            <a:extLst>
              <a:ext uri="{FF2B5EF4-FFF2-40B4-BE49-F238E27FC236}">
                <a16:creationId xmlns:a16="http://schemas.microsoft.com/office/drawing/2014/main" id="{995A6F97-B8E8-B261-C344-211E87923397}"/>
              </a:ext>
            </a:extLst>
          </p:cNvPr>
          <p:cNvSpPr/>
          <p:nvPr/>
        </p:nvSpPr>
        <p:spPr>
          <a:xfrm>
            <a:off x="457200" y="365760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Compliance / Legal</a:t>
            </a:r>
            <a:endParaRPr lang="en-US" sz="1100" dirty="0"/>
          </a:p>
        </p:txBody>
      </p:sp>
      <p:pic>
        <p:nvPicPr>
          <p:cNvPr id="70" name="Image 8" descr="preencoded.png">
            <a:extLst>
              <a:ext uri="{FF2B5EF4-FFF2-40B4-BE49-F238E27FC236}">
                <a16:creationId xmlns:a16="http://schemas.microsoft.com/office/drawing/2014/main" id="{5D6BF92F-427D-6C77-4897-C27F0CC5EE70}"/>
              </a:ext>
            </a:extLst>
          </p:cNvPr>
          <p:cNvPicPr>
            <a:picLocks noChangeAspect="1"/>
          </p:cNvPicPr>
          <p:nvPr/>
        </p:nvPicPr>
        <p:blipFill>
          <a:blip r:embed="rId3"/>
          <a:stretch>
            <a:fillRect/>
          </a:stretch>
        </p:blipFill>
        <p:spPr>
          <a:xfrm>
            <a:off x="2423160" y="3803904"/>
            <a:ext cx="182880" cy="182880"/>
          </a:xfrm>
          <a:prstGeom prst="rect">
            <a:avLst/>
          </a:prstGeom>
        </p:spPr>
      </p:pic>
      <p:sp>
        <p:nvSpPr>
          <p:cNvPr id="71" name="Text 33">
            <a:extLst>
              <a:ext uri="{FF2B5EF4-FFF2-40B4-BE49-F238E27FC236}">
                <a16:creationId xmlns:a16="http://schemas.microsoft.com/office/drawing/2014/main" id="{543DB03E-F864-6652-9136-704E9740CB22}"/>
              </a:ext>
            </a:extLst>
          </p:cNvPr>
          <p:cNvSpPr/>
          <p:nvPr/>
        </p:nvSpPr>
        <p:spPr>
          <a:xfrm>
            <a:off x="2926080" y="365760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GRC Analyst, IT Auditor, Compliance Manager</a:t>
            </a:r>
            <a:endParaRPr lang="en-US" sz="1000" dirty="0"/>
          </a:p>
        </p:txBody>
      </p:sp>
      <p:sp>
        <p:nvSpPr>
          <p:cNvPr id="72" name="Shape 34">
            <a:extLst>
              <a:ext uri="{FF2B5EF4-FFF2-40B4-BE49-F238E27FC236}">
                <a16:creationId xmlns:a16="http://schemas.microsoft.com/office/drawing/2014/main" id="{A72FAC11-D2C0-952F-8305-EA5C5B2F4E4D}"/>
              </a:ext>
            </a:extLst>
          </p:cNvPr>
          <p:cNvSpPr/>
          <p:nvPr/>
        </p:nvSpPr>
        <p:spPr>
          <a:xfrm>
            <a:off x="5989320" y="3703320"/>
            <a:ext cx="0" cy="384048"/>
          </a:xfrm>
          <a:prstGeom prst="line">
            <a:avLst/>
          </a:prstGeom>
          <a:noFill/>
          <a:ln w="6350">
            <a:solidFill>
              <a:srgbClr val="334155"/>
            </a:solidFill>
            <a:prstDash val="solid"/>
          </a:ln>
        </p:spPr>
        <p:txBody>
          <a:bodyPr/>
          <a:lstStyle/>
          <a:p>
            <a:endParaRPr lang="en-US"/>
          </a:p>
        </p:txBody>
      </p:sp>
      <p:pic>
        <p:nvPicPr>
          <p:cNvPr id="73" name="Image 9" descr="preencoded.png">
            <a:extLst>
              <a:ext uri="{FF2B5EF4-FFF2-40B4-BE49-F238E27FC236}">
                <a16:creationId xmlns:a16="http://schemas.microsoft.com/office/drawing/2014/main" id="{C55731A2-15CE-5FD0-36A0-A88417353591}"/>
              </a:ext>
            </a:extLst>
          </p:cNvPr>
          <p:cNvPicPr>
            <a:picLocks noChangeAspect="1"/>
          </p:cNvPicPr>
          <p:nvPr/>
        </p:nvPicPr>
        <p:blipFill>
          <a:blip r:embed="rId4"/>
          <a:stretch>
            <a:fillRect/>
          </a:stretch>
        </p:blipFill>
        <p:spPr>
          <a:xfrm>
            <a:off x="6080760" y="3822192"/>
            <a:ext cx="146304" cy="146304"/>
          </a:xfrm>
          <a:prstGeom prst="rect">
            <a:avLst/>
          </a:prstGeom>
        </p:spPr>
      </p:pic>
      <p:sp>
        <p:nvSpPr>
          <p:cNvPr id="74" name="Text 35">
            <a:extLst>
              <a:ext uri="{FF2B5EF4-FFF2-40B4-BE49-F238E27FC236}">
                <a16:creationId xmlns:a16="http://schemas.microsoft.com/office/drawing/2014/main" id="{56D40A8C-B948-5B01-701B-D92B9167B918}"/>
              </a:ext>
            </a:extLst>
          </p:cNvPr>
          <p:cNvSpPr/>
          <p:nvPr/>
        </p:nvSpPr>
        <p:spPr>
          <a:xfrm>
            <a:off x="6281928" y="365760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CISA, CRISC, CISM, ISO 27001 Lead Auditor</a:t>
            </a:r>
            <a:endParaRPr lang="en-US" sz="900" dirty="0"/>
          </a:p>
        </p:txBody>
      </p:sp>
      <p:sp>
        <p:nvSpPr>
          <p:cNvPr id="75" name="Shape 36">
            <a:extLst>
              <a:ext uri="{FF2B5EF4-FFF2-40B4-BE49-F238E27FC236}">
                <a16:creationId xmlns:a16="http://schemas.microsoft.com/office/drawing/2014/main" id="{D9212720-144A-5567-434E-8CE8709A3D25}"/>
              </a:ext>
            </a:extLst>
          </p:cNvPr>
          <p:cNvSpPr/>
          <p:nvPr/>
        </p:nvSpPr>
        <p:spPr>
          <a:xfrm>
            <a:off x="320040" y="4251960"/>
            <a:ext cx="8503920" cy="566928"/>
          </a:xfrm>
          <a:prstGeom prst="rect">
            <a:avLst/>
          </a:prstGeom>
          <a:solidFill>
            <a:srgbClr val="162337"/>
          </a:solidFill>
          <a:ln/>
        </p:spPr>
        <p:txBody>
          <a:bodyPr/>
          <a:lstStyle/>
          <a:p>
            <a:endParaRPr lang="en-US"/>
          </a:p>
        </p:txBody>
      </p:sp>
      <p:sp>
        <p:nvSpPr>
          <p:cNvPr id="76" name="Shape 37">
            <a:extLst>
              <a:ext uri="{FF2B5EF4-FFF2-40B4-BE49-F238E27FC236}">
                <a16:creationId xmlns:a16="http://schemas.microsoft.com/office/drawing/2014/main" id="{810B2290-D37E-4481-8388-35F46D4C2FBE}"/>
              </a:ext>
            </a:extLst>
          </p:cNvPr>
          <p:cNvSpPr/>
          <p:nvPr/>
        </p:nvSpPr>
        <p:spPr>
          <a:xfrm>
            <a:off x="320040" y="4251960"/>
            <a:ext cx="45720" cy="566928"/>
          </a:xfrm>
          <a:prstGeom prst="rect">
            <a:avLst/>
          </a:prstGeom>
          <a:solidFill>
            <a:srgbClr val="EF4444"/>
          </a:solidFill>
          <a:ln/>
        </p:spPr>
        <p:txBody>
          <a:bodyPr/>
          <a:lstStyle/>
          <a:p>
            <a:endParaRPr lang="en-US"/>
          </a:p>
        </p:txBody>
      </p:sp>
      <p:sp>
        <p:nvSpPr>
          <p:cNvPr id="77" name="Text 38">
            <a:extLst>
              <a:ext uri="{FF2B5EF4-FFF2-40B4-BE49-F238E27FC236}">
                <a16:creationId xmlns:a16="http://schemas.microsoft.com/office/drawing/2014/main" id="{515D56E1-A283-88AB-D2E0-E20BBA2BAE03}"/>
              </a:ext>
            </a:extLst>
          </p:cNvPr>
          <p:cNvSpPr/>
          <p:nvPr/>
        </p:nvSpPr>
        <p:spPr>
          <a:xfrm>
            <a:off x="457200" y="4297680"/>
            <a:ext cx="1920240" cy="475488"/>
          </a:xfrm>
          <a:prstGeom prst="rect">
            <a:avLst/>
          </a:prstGeom>
          <a:noFill/>
          <a:ln/>
        </p:spPr>
        <p:txBody>
          <a:bodyPr wrap="square" lIns="0" tIns="0" rIns="0" bIns="0" rtlCol="0" anchor="ctr"/>
          <a:lstStyle/>
          <a:p>
            <a:pPr marL="0" indent="0">
              <a:buNone/>
            </a:pPr>
            <a:r>
              <a:rPr lang="en-US" sz="1100" b="1" dirty="0">
                <a:solidFill>
                  <a:srgbClr val="F8FAFC"/>
                </a:solidFill>
                <a:latin typeface="Trebuchet MS" pitchFamily="34" charset="0"/>
                <a:ea typeface="Trebuchet MS" pitchFamily="34" charset="-122"/>
                <a:cs typeface="Trebuchet MS" pitchFamily="34" charset="-120"/>
              </a:rPr>
              <a:t>Data / AI/ML</a:t>
            </a:r>
            <a:endParaRPr lang="en-US" sz="1100" dirty="0"/>
          </a:p>
        </p:txBody>
      </p:sp>
      <p:pic>
        <p:nvPicPr>
          <p:cNvPr id="78" name="Image 10" descr="preencoded.png">
            <a:extLst>
              <a:ext uri="{FF2B5EF4-FFF2-40B4-BE49-F238E27FC236}">
                <a16:creationId xmlns:a16="http://schemas.microsoft.com/office/drawing/2014/main" id="{FE0CE95C-5BE4-00FD-FABE-3B8E50211862}"/>
              </a:ext>
            </a:extLst>
          </p:cNvPr>
          <p:cNvPicPr>
            <a:picLocks noChangeAspect="1"/>
          </p:cNvPicPr>
          <p:nvPr/>
        </p:nvPicPr>
        <p:blipFill>
          <a:blip r:embed="rId3"/>
          <a:stretch>
            <a:fillRect/>
          </a:stretch>
        </p:blipFill>
        <p:spPr>
          <a:xfrm>
            <a:off x="2423160" y="4443984"/>
            <a:ext cx="182880" cy="182880"/>
          </a:xfrm>
          <a:prstGeom prst="rect">
            <a:avLst/>
          </a:prstGeom>
        </p:spPr>
      </p:pic>
      <p:sp>
        <p:nvSpPr>
          <p:cNvPr id="79" name="Text 39">
            <a:extLst>
              <a:ext uri="{FF2B5EF4-FFF2-40B4-BE49-F238E27FC236}">
                <a16:creationId xmlns:a16="http://schemas.microsoft.com/office/drawing/2014/main" id="{61795C59-30FC-63EA-B9FA-8166AABDDC1C}"/>
              </a:ext>
            </a:extLst>
          </p:cNvPr>
          <p:cNvSpPr/>
          <p:nvPr/>
        </p:nvSpPr>
        <p:spPr>
          <a:xfrm>
            <a:off x="2926080" y="4297680"/>
            <a:ext cx="3017520" cy="475488"/>
          </a:xfrm>
          <a:prstGeom prst="rect">
            <a:avLst/>
          </a:prstGeom>
          <a:noFill/>
          <a:ln/>
        </p:spPr>
        <p:txBody>
          <a:bodyPr wrap="square" lIns="0" tIns="0" rIns="0" bIns="0" rtlCol="0" anchor="ctr"/>
          <a:lstStyle/>
          <a:p>
            <a:pPr marL="0" indent="0">
              <a:lnSpc>
                <a:spcPct val="115000"/>
              </a:lnSpc>
              <a:buNone/>
            </a:pPr>
            <a:r>
              <a:rPr lang="en-US" sz="1000" dirty="0">
                <a:solidFill>
                  <a:srgbClr val="10B981"/>
                </a:solidFill>
                <a:latin typeface="Calibri" pitchFamily="34" charset="0"/>
                <a:ea typeface="Calibri" pitchFamily="34" charset="-122"/>
                <a:cs typeface="Calibri" pitchFamily="34" charset="-120"/>
              </a:rPr>
              <a:t>AI Security Engineer, AI Governance Specialist</a:t>
            </a:r>
            <a:endParaRPr lang="en-US" sz="1000" dirty="0"/>
          </a:p>
        </p:txBody>
      </p:sp>
      <p:sp>
        <p:nvSpPr>
          <p:cNvPr id="80" name="Shape 40">
            <a:extLst>
              <a:ext uri="{FF2B5EF4-FFF2-40B4-BE49-F238E27FC236}">
                <a16:creationId xmlns:a16="http://schemas.microsoft.com/office/drawing/2014/main" id="{D2433ABC-8522-486A-A5C6-8B6065E0FFAE}"/>
              </a:ext>
            </a:extLst>
          </p:cNvPr>
          <p:cNvSpPr/>
          <p:nvPr/>
        </p:nvSpPr>
        <p:spPr>
          <a:xfrm>
            <a:off x="5989320" y="4343400"/>
            <a:ext cx="0" cy="384048"/>
          </a:xfrm>
          <a:prstGeom prst="line">
            <a:avLst/>
          </a:prstGeom>
          <a:noFill/>
          <a:ln w="6350">
            <a:solidFill>
              <a:srgbClr val="334155"/>
            </a:solidFill>
            <a:prstDash val="solid"/>
          </a:ln>
        </p:spPr>
        <p:txBody>
          <a:bodyPr/>
          <a:lstStyle/>
          <a:p>
            <a:endParaRPr lang="en-US"/>
          </a:p>
        </p:txBody>
      </p:sp>
      <p:pic>
        <p:nvPicPr>
          <p:cNvPr id="81" name="Image 11" descr="preencoded.png">
            <a:extLst>
              <a:ext uri="{FF2B5EF4-FFF2-40B4-BE49-F238E27FC236}">
                <a16:creationId xmlns:a16="http://schemas.microsoft.com/office/drawing/2014/main" id="{73524127-E706-66E7-DB3C-7F534A6C2C90}"/>
              </a:ext>
            </a:extLst>
          </p:cNvPr>
          <p:cNvPicPr>
            <a:picLocks noChangeAspect="1"/>
          </p:cNvPicPr>
          <p:nvPr/>
        </p:nvPicPr>
        <p:blipFill>
          <a:blip r:embed="rId4"/>
          <a:stretch>
            <a:fillRect/>
          </a:stretch>
        </p:blipFill>
        <p:spPr>
          <a:xfrm>
            <a:off x="6080760" y="4462272"/>
            <a:ext cx="146304" cy="146304"/>
          </a:xfrm>
          <a:prstGeom prst="rect">
            <a:avLst/>
          </a:prstGeom>
        </p:spPr>
      </p:pic>
      <p:sp>
        <p:nvSpPr>
          <p:cNvPr id="82" name="Text 41">
            <a:extLst>
              <a:ext uri="{FF2B5EF4-FFF2-40B4-BE49-F238E27FC236}">
                <a16:creationId xmlns:a16="http://schemas.microsoft.com/office/drawing/2014/main" id="{15ECCEBB-88E3-4712-BA4D-B91C18BC7FE5}"/>
              </a:ext>
            </a:extLst>
          </p:cNvPr>
          <p:cNvSpPr/>
          <p:nvPr/>
        </p:nvSpPr>
        <p:spPr>
          <a:xfrm>
            <a:off x="6281928" y="4297680"/>
            <a:ext cx="2560320" cy="475488"/>
          </a:xfrm>
          <a:prstGeom prst="rect">
            <a:avLst/>
          </a:prstGeom>
          <a:noFill/>
          <a:ln/>
        </p:spPr>
        <p:txBody>
          <a:bodyPr wrap="square" lIns="0" tIns="0" rIns="0" bIns="0" rtlCol="0" anchor="ctr"/>
          <a:lstStyle/>
          <a:p>
            <a:pPr marL="0" indent="0">
              <a:lnSpc>
                <a:spcPct val="115000"/>
              </a:lnSpc>
              <a:buNone/>
            </a:pPr>
            <a:r>
              <a:rPr lang="en-US" sz="900" dirty="0">
                <a:solidFill>
                  <a:srgbClr val="F59E0B"/>
                </a:solidFill>
                <a:latin typeface="Calibri" pitchFamily="34" charset="0"/>
                <a:ea typeface="Calibri" pitchFamily="34" charset="-122"/>
                <a:cs typeface="Calibri" pitchFamily="34" charset="-120"/>
              </a:rPr>
              <a:t>CompTIA AI+, ISO 42001, NIST AI RMF</a:t>
            </a:r>
            <a:endParaRPr lang="en-US" sz="900" dirty="0"/>
          </a:p>
        </p:txBody>
      </p:sp>
      <p:sp>
        <p:nvSpPr>
          <p:cNvPr id="83" name="Text 42">
            <a:extLst>
              <a:ext uri="{FF2B5EF4-FFF2-40B4-BE49-F238E27FC236}">
                <a16:creationId xmlns:a16="http://schemas.microsoft.com/office/drawing/2014/main" id="{0B2E777F-9344-A9BA-93E4-BA60A14A2E58}"/>
              </a:ext>
            </a:extLst>
          </p:cNvPr>
          <p:cNvSpPr/>
          <p:nvPr/>
        </p:nvSpPr>
        <p:spPr>
          <a:xfrm>
            <a:off x="457200" y="4754880"/>
            <a:ext cx="822960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Start with ONE foundational cert. Align to your target role family. Build experience alongside certifications, not instead of them.</a:t>
            </a:r>
            <a:endParaRPr lang="en-US" sz="900" dirty="0"/>
          </a:p>
        </p:txBody>
      </p:sp>
    </p:spTree>
    <p:extLst>
      <p:ext uri="{BB962C8B-B14F-4D97-AF65-F5344CB8AC3E}">
        <p14:creationId xmlns:p14="http://schemas.microsoft.com/office/powerpoint/2010/main" val="4135530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Text 1"/>
          <p:cNvSpPr/>
          <p:nvPr/>
        </p:nvSpPr>
        <p:spPr>
          <a:xfrm>
            <a:off x="548640" y="13716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How to Build in Public (By Role Family)</a:t>
            </a:r>
            <a:endParaRPr lang="en-US" sz="2600" dirty="0"/>
          </a:p>
        </p:txBody>
      </p:sp>
      <p:sp>
        <p:nvSpPr>
          <p:cNvPr id="4" name="Text 2"/>
          <p:cNvSpPr/>
          <p:nvPr/>
        </p:nvSpPr>
        <p:spPr>
          <a:xfrm>
            <a:off x="548640" y="594360"/>
            <a:ext cx="7315200" cy="228600"/>
          </a:xfrm>
          <a:prstGeom prst="rect">
            <a:avLst/>
          </a:prstGeom>
          <a:noFill/>
          <a:ln/>
        </p:spPr>
        <p:txBody>
          <a:bodyPr wrap="square" lIns="0" tIns="0" rIns="0" bIns="0" rtlCol="0" anchor="ctr"/>
          <a:lstStyle/>
          <a:p>
            <a:pPr marL="0" indent="0">
              <a:buNone/>
            </a:pPr>
            <a:r>
              <a:rPr lang="en-US" sz="1100" dirty="0">
                <a:solidFill>
                  <a:srgbClr val="CBD5E0"/>
                </a:solidFill>
                <a:latin typeface="Calibri" pitchFamily="34" charset="0"/>
                <a:ea typeface="Calibri" pitchFamily="34" charset="-122"/>
                <a:cs typeface="Calibri" pitchFamily="34" charset="-120"/>
              </a:rPr>
              <a:t>The single best thing you can do to stand out: show your work where hiring managers can find it.</a:t>
            </a:r>
            <a:endParaRPr lang="en-US" sz="1100" dirty="0"/>
          </a:p>
        </p:txBody>
      </p:sp>
      <p:sp>
        <p:nvSpPr>
          <p:cNvPr id="5" name="Shape 3"/>
          <p:cNvSpPr/>
          <p:nvPr/>
        </p:nvSpPr>
        <p:spPr>
          <a:xfrm>
            <a:off x="411480" y="960120"/>
            <a:ext cx="1965960" cy="3474720"/>
          </a:xfrm>
          <a:prstGeom prst="rect">
            <a:avLst/>
          </a:prstGeom>
          <a:solidFill>
            <a:srgbClr val="182635"/>
          </a:solidFill>
          <a:ln/>
        </p:spPr>
        <p:txBody>
          <a:bodyPr/>
          <a:lstStyle/>
          <a:p>
            <a:endParaRPr lang="en-US"/>
          </a:p>
        </p:txBody>
      </p:sp>
      <p:sp>
        <p:nvSpPr>
          <p:cNvPr id="6" name="Shape 4"/>
          <p:cNvSpPr/>
          <p:nvPr/>
        </p:nvSpPr>
        <p:spPr>
          <a:xfrm>
            <a:off x="411480" y="960120"/>
            <a:ext cx="1965960" cy="45720"/>
          </a:xfrm>
          <a:prstGeom prst="rect">
            <a:avLst/>
          </a:prstGeom>
          <a:solidFill>
            <a:srgbClr val="2B9EA2"/>
          </a:solidFill>
          <a:ln/>
        </p:spPr>
        <p:txBody>
          <a:bodyPr/>
          <a:lstStyle/>
          <a:p>
            <a:endParaRPr lang="en-US"/>
          </a:p>
        </p:txBody>
      </p:sp>
      <p:sp>
        <p:nvSpPr>
          <p:cNvPr id="7" name="Text 5"/>
          <p:cNvSpPr/>
          <p:nvPr/>
        </p:nvSpPr>
        <p:spPr>
          <a:xfrm>
            <a:off x="411480" y="1078992"/>
            <a:ext cx="1965960" cy="274320"/>
          </a:xfrm>
          <a:prstGeom prst="rect">
            <a:avLst/>
          </a:prstGeom>
          <a:noFill/>
          <a:ln/>
        </p:spPr>
        <p:txBody>
          <a:bodyPr wrap="square" lIns="0" tIns="0" rIns="0" bIns="0" rtlCol="0" anchor="ctr"/>
          <a:lstStyle/>
          <a:p>
            <a:pPr marL="0" indent="0" algn="ctr">
              <a:buNone/>
            </a:pPr>
            <a:r>
              <a:rPr lang="en-US" sz="1100" b="1" kern="0" spc="150" dirty="0">
                <a:solidFill>
                  <a:srgbClr val="2B9EA2"/>
                </a:solidFill>
                <a:latin typeface="Trebuchet MS" pitchFamily="34" charset="0"/>
                <a:ea typeface="Trebuchet MS" pitchFamily="34" charset="-122"/>
                <a:cs typeface="Trebuchet MS" pitchFamily="34" charset="-120"/>
              </a:rPr>
              <a:t>BUILDERS</a:t>
            </a:r>
            <a:endParaRPr lang="en-US" sz="1100" dirty="0"/>
          </a:p>
        </p:txBody>
      </p:sp>
      <p:sp>
        <p:nvSpPr>
          <p:cNvPr id="8" name="Text 6"/>
          <p:cNvSpPr/>
          <p:nvPr/>
        </p:nvSpPr>
        <p:spPr>
          <a:xfrm>
            <a:off x="502920" y="1417320"/>
            <a:ext cx="1783080" cy="288036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Terraform modules with</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security guardrails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CI/CD pipeline security</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templates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IaC scanning configs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Open-source security tool</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contributions</a:t>
            </a:r>
            <a:endParaRPr lang="en-US" sz="950" dirty="0"/>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Share on: GitHub, Dev.to, LinkedIn</a:t>
            </a:r>
            <a:endParaRPr lang="en-US" sz="950" dirty="0"/>
          </a:p>
        </p:txBody>
      </p:sp>
      <p:sp>
        <p:nvSpPr>
          <p:cNvPr id="9" name="Shape 7"/>
          <p:cNvSpPr/>
          <p:nvPr/>
        </p:nvSpPr>
        <p:spPr>
          <a:xfrm>
            <a:off x="2560320" y="960120"/>
            <a:ext cx="1965960" cy="3474720"/>
          </a:xfrm>
          <a:prstGeom prst="rect">
            <a:avLst/>
          </a:prstGeom>
          <a:solidFill>
            <a:srgbClr val="182635"/>
          </a:solidFill>
          <a:ln/>
        </p:spPr>
        <p:txBody>
          <a:bodyPr/>
          <a:lstStyle/>
          <a:p>
            <a:endParaRPr lang="en-US"/>
          </a:p>
        </p:txBody>
      </p:sp>
      <p:sp>
        <p:nvSpPr>
          <p:cNvPr id="10" name="Shape 8"/>
          <p:cNvSpPr/>
          <p:nvPr/>
        </p:nvSpPr>
        <p:spPr>
          <a:xfrm>
            <a:off x="2560320" y="960120"/>
            <a:ext cx="1965960" cy="45720"/>
          </a:xfrm>
          <a:prstGeom prst="rect">
            <a:avLst/>
          </a:prstGeom>
          <a:solidFill>
            <a:srgbClr val="E8553D"/>
          </a:solidFill>
          <a:ln/>
        </p:spPr>
        <p:txBody>
          <a:bodyPr/>
          <a:lstStyle/>
          <a:p>
            <a:endParaRPr lang="en-US"/>
          </a:p>
        </p:txBody>
      </p:sp>
      <p:sp>
        <p:nvSpPr>
          <p:cNvPr id="11" name="Text 9"/>
          <p:cNvSpPr/>
          <p:nvPr/>
        </p:nvSpPr>
        <p:spPr>
          <a:xfrm>
            <a:off x="2560320" y="1078992"/>
            <a:ext cx="1965960" cy="274320"/>
          </a:xfrm>
          <a:prstGeom prst="rect">
            <a:avLst/>
          </a:prstGeom>
          <a:noFill/>
          <a:ln/>
        </p:spPr>
        <p:txBody>
          <a:bodyPr wrap="square" lIns="0" tIns="0" rIns="0" bIns="0" rtlCol="0" anchor="ctr"/>
          <a:lstStyle/>
          <a:p>
            <a:pPr marL="0" indent="0" algn="ctr">
              <a:buNone/>
            </a:pPr>
            <a:r>
              <a:rPr lang="en-US" sz="1100" b="1" kern="0" spc="150" dirty="0">
                <a:solidFill>
                  <a:srgbClr val="E8553D"/>
                </a:solidFill>
                <a:latin typeface="Trebuchet MS" pitchFamily="34" charset="0"/>
                <a:ea typeface="Trebuchet MS" pitchFamily="34" charset="-122"/>
                <a:cs typeface="Trebuchet MS" pitchFamily="34" charset="-120"/>
              </a:rPr>
              <a:t>BREAKERS</a:t>
            </a:r>
            <a:endParaRPr lang="en-US" sz="1100" dirty="0"/>
          </a:p>
        </p:txBody>
      </p:sp>
      <p:sp>
        <p:nvSpPr>
          <p:cNvPr id="12" name="Text 10"/>
          <p:cNvSpPr/>
          <p:nvPr/>
        </p:nvSpPr>
        <p:spPr>
          <a:xfrm>
            <a:off x="2651760" y="1417320"/>
            <a:ext cx="1783080" cy="288036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CTF writeups (TryHackMe,</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a:t>
            </a:r>
            <a:r>
              <a:rPr lang="en-US" sz="950" dirty="0" err="1">
                <a:solidFill>
                  <a:srgbClr val="CBD5E0"/>
                </a:solidFill>
                <a:latin typeface="Calibri" pitchFamily="34" charset="0"/>
                <a:ea typeface="Calibri" pitchFamily="34" charset="-122"/>
                <a:cs typeface="Calibri" pitchFamily="34" charset="-120"/>
              </a:rPr>
              <a:t>HackTheBox</a:t>
            </a:r>
            <a:r>
              <a:rPr lang="en-US" sz="950" dirty="0">
                <a:solidFill>
                  <a:srgbClr val="CBD5E0"/>
                </a:solidFill>
                <a:latin typeface="Calibri" pitchFamily="34" charset="0"/>
                <a:ea typeface="Calibri" pitchFamily="34" charset="-122"/>
                <a:cs typeface="Calibri" pitchFamily="34" charset="-120"/>
              </a:rPr>
              <a:t>)</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Bug bounty reports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(disclosed)</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Custom tool development</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Vulnerability research</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blogs</a:t>
            </a:r>
            <a:endParaRPr lang="en-US" sz="950" dirty="0"/>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Share on: GitHub, Medium,</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personal blog, LinkedIn</a:t>
            </a:r>
            <a:endParaRPr lang="en-US" sz="950" dirty="0"/>
          </a:p>
        </p:txBody>
      </p:sp>
      <p:sp>
        <p:nvSpPr>
          <p:cNvPr id="13" name="Shape 11"/>
          <p:cNvSpPr/>
          <p:nvPr/>
        </p:nvSpPr>
        <p:spPr>
          <a:xfrm>
            <a:off x="4709160" y="960120"/>
            <a:ext cx="1965960" cy="3474720"/>
          </a:xfrm>
          <a:prstGeom prst="rect">
            <a:avLst/>
          </a:prstGeom>
          <a:solidFill>
            <a:srgbClr val="182635"/>
          </a:solidFill>
          <a:ln/>
        </p:spPr>
        <p:txBody>
          <a:bodyPr/>
          <a:lstStyle/>
          <a:p>
            <a:endParaRPr lang="en-US"/>
          </a:p>
        </p:txBody>
      </p:sp>
      <p:sp>
        <p:nvSpPr>
          <p:cNvPr id="14" name="Shape 12"/>
          <p:cNvSpPr/>
          <p:nvPr/>
        </p:nvSpPr>
        <p:spPr>
          <a:xfrm>
            <a:off x="4709160" y="960120"/>
            <a:ext cx="1965960" cy="45720"/>
          </a:xfrm>
          <a:prstGeom prst="rect">
            <a:avLst/>
          </a:prstGeom>
          <a:solidFill>
            <a:srgbClr val="3B82F6"/>
          </a:solidFill>
          <a:ln/>
        </p:spPr>
        <p:txBody>
          <a:bodyPr/>
          <a:lstStyle/>
          <a:p>
            <a:endParaRPr lang="en-US"/>
          </a:p>
        </p:txBody>
      </p:sp>
      <p:sp>
        <p:nvSpPr>
          <p:cNvPr id="15" name="Text 13"/>
          <p:cNvSpPr/>
          <p:nvPr/>
        </p:nvSpPr>
        <p:spPr>
          <a:xfrm>
            <a:off x="4709160" y="1078992"/>
            <a:ext cx="1965960" cy="274320"/>
          </a:xfrm>
          <a:prstGeom prst="rect">
            <a:avLst/>
          </a:prstGeom>
          <a:noFill/>
          <a:ln/>
        </p:spPr>
        <p:txBody>
          <a:bodyPr wrap="square" lIns="0" tIns="0" rIns="0" bIns="0" rtlCol="0" anchor="ctr"/>
          <a:lstStyle/>
          <a:p>
            <a:pPr marL="0" indent="0" algn="ctr">
              <a:buNone/>
            </a:pPr>
            <a:r>
              <a:rPr lang="en-US" sz="1100" b="1" kern="0" spc="150" dirty="0">
                <a:solidFill>
                  <a:srgbClr val="3B82F6"/>
                </a:solidFill>
                <a:latin typeface="Trebuchet MS" pitchFamily="34" charset="0"/>
                <a:ea typeface="Trebuchet MS" pitchFamily="34" charset="-122"/>
                <a:cs typeface="Trebuchet MS" pitchFamily="34" charset="-120"/>
              </a:rPr>
              <a:t>DEFENDERS</a:t>
            </a:r>
            <a:endParaRPr lang="en-US" sz="1100" dirty="0"/>
          </a:p>
        </p:txBody>
      </p:sp>
      <p:sp>
        <p:nvSpPr>
          <p:cNvPr id="16" name="Text 14"/>
          <p:cNvSpPr/>
          <p:nvPr/>
        </p:nvSpPr>
        <p:spPr>
          <a:xfrm>
            <a:off x="4800600" y="1417320"/>
            <a:ext cx="1783080" cy="288036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Sigma / YARA detection rules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SOAR playbook templates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SIEM dashboard configs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Investigation writeups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(sanitized)</a:t>
            </a:r>
            <a:endParaRPr lang="en-US" sz="950" dirty="0"/>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Share on: GitHub,</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LinkedIn articles</a:t>
            </a:r>
            <a:endParaRPr lang="en-US" sz="950" dirty="0"/>
          </a:p>
        </p:txBody>
      </p:sp>
      <p:sp>
        <p:nvSpPr>
          <p:cNvPr id="17" name="Shape 15"/>
          <p:cNvSpPr/>
          <p:nvPr/>
        </p:nvSpPr>
        <p:spPr>
          <a:xfrm>
            <a:off x="6858000" y="960120"/>
            <a:ext cx="1965960" cy="3474720"/>
          </a:xfrm>
          <a:prstGeom prst="rect">
            <a:avLst/>
          </a:prstGeom>
          <a:solidFill>
            <a:srgbClr val="182635"/>
          </a:solidFill>
          <a:ln/>
        </p:spPr>
        <p:txBody>
          <a:bodyPr/>
          <a:lstStyle/>
          <a:p>
            <a:endParaRPr lang="en-US"/>
          </a:p>
        </p:txBody>
      </p:sp>
      <p:sp>
        <p:nvSpPr>
          <p:cNvPr id="18" name="Shape 16"/>
          <p:cNvSpPr/>
          <p:nvPr/>
        </p:nvSpPr>
        <p:spPr>
          <a:xfrm>
            <a:off x="6858000" y="960120"/>
            <a:ext cx="1965960" cy="45720"/>
          </a:xfrm>
          <a:prstGeom prst="rect">
            <a:avLst/>
          </a:prstGeom>
          <a:solidFill>
            <a:srgbClr val="F7B267"/>
          </a:solidFill>
          <a:ln/>
        </p:spPr>
        <p:txBody>
          <a:bodyPr/>
          <a:lstStyle/>
          <a:p>
            <a:endParaRPr lang="en-US"/>
          </a:p>
        </p:txBody>
      </p:sp>
      <p:sp>
        <p:nvSpPr>
          <p:cNvPr id="19" name="Text 17"/>
          <p:cNvSpPr/>
          <p:nvPr/>
        </p:nvSpPr>
        <p:spPr>
          <a:xfrm>
            <a:off x="6858000" y="1078992"/>
            <a:ext cx="1965960" cy="274320"/>
          </a:xfrm>
          <a:prstGeom prst="rect">
            <a:avLst/>
          </a:prstGeom>
          <a:noFill/>
          <a:ln/>
        </p:spPr>
        <p:txBody>
          <a:bodyPr wrap="square" lIns="0" tIns="0" rIns="0" bIns="0" rtlCol="0" anchor="ctr"/>
          <a:lstStyle/>
          <a:p>
            <a:pPr marL="0" indent="0" algn="ctr">
              <a:buNone/>
            </a:pPr>
            <a:r>
              <a:rPr lang="en-US" sz="1100" b="1" kern="0" spc="150" dirty="0">
                <a:solidFill>
                  <a:srgbClr val="F7B267"/>
                </a:solidFill>
                <a:latin typeface="Trebuchet MS" pitchFamily="34" charset="0"/>
                <a:ea typeface="Trebuchet MS" pitchFamily="34" charset="-122"/>
                <a:cs typeface="Trebuchet MS" pitchFamily="34" charset="-120"/>
              </a:rPr>
              <a:t>GOVERNORS</a:t>
            </a:r>
            <a:endParaRPr lang="en-US" sz="1100" dirty="0"/>
          </a:p>
        </p:txBody>
      </p:sp>
      <p:sp>
        <p:nvSpPr>
          <p:cNvPr id="20" name="Text 18"/>
          <p:cNvSpPr/>
          <p:nvPr/>
        </p:nvSpPr>
        <p:spPr>
          <a:xfrm>
            <a:off x="6949440" y="1417320"/>
            <a:ext cx="1783080" cy="2880360"/>
          </a:xfrm>
          <a:prstGeom prst="rect">
            <a:avLst/>
          </a:prstGeom>
          <a:noFill/>
          <a:ln/>
        </p:spPr>
        <p:txBody>
          <a:bodyPr wrap="square" lIns="0" tIns="0" rIns="0" bIns="0" rtlCol="0" anchor="ctr"/>
          <a:lstStyle/>
          <a:p>
            <a:pPr marL="0" indent="0">
              <a:buNone/>
            </a:pPr>
            <a:r>
              <a:rPr lang="en-US" sz="950" dirty="0">
                <a:solidFill>
                  <a:srgbClr val="CBD5E0"/>
                </a:solidFill>
                <a:latin typeface="Calibri" pitchFamily="34" charset="0"/>
                <a:ea typeface="Calibri" pitchFamily="34" charset="-122"/>
                <a:cs typeface="Calibri" pitchFamily="34" charset="-120"/>
              </a:rPr>
              <a:t>Policy templates (AUP,</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IR, access control)</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Control mapping sheets</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(PCI to NIST CSF)</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Risk register templates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Compliance narrative</a:t>
            </a: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  examples</a:t>
            </a:r>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Audit prep checklists</a:t>
            </a:r>
            <a:endParaRPr lang="en-US" sz="950" dirty="0"/>
          </a:p>
          <a:p>
            <a:pPr marL="0" indent="0">
              <a:buNone/>
            </a:pPr>
            <a:endParaRPr lang="en-US" sz="950" dirty="0"/>
          </a:p>
          <a:p>
            <a:pPr marL="0" indent="0">
              <a:buNone/>
            </a:pPr>
            <a:r>
              <a:rPr lang="en-US" sz="950" dirty="0">
                <a:solidFill>
                  <a:srgbClr val="CBD5E0"/>
                </a:solidFill>
                <a:latin typeface="Calibri" pitchFamily="34" charset="0"/>
                <a:ea typeface="Calibri" pitchFamily="34" charset="-122"/>
                <a:cs typeface="Calibri" pitchFamily="34" charset="-120"/>
              </a:rPr>
              <a:t>Share on: GitHub, LinkedIn</a:t>
            </a:r>
            <a:endParaRPr lang="en-US" sz="950" dirty="0"/>
          </a:p>
        </p:txBody>
      </p:sp>
      <p:sp>
        <p:nvSpPr>
          <p:cNvPr id="21" name="Text 19"/>
          <p:cNvSpPr/>
          <p:nvPr/>
        </p:nvSpPr>
        <p:spPr>
          <a:xfrm>
            <a:off x="548640" y="4572000"/>
            <a:ext cx="8046720" cy="320040"/>
          </a:xfrm>
          <a:prstGeom prst="rect">
            <a:avLst/>
          </a:prstGeom>
          <a:noFill/>
          <a:ln/>
        </p:spPr>
        <p:txBody>
          <a:bodyPr wrap="square" lIns="0" tIns="0" rIns="0" bIns="0" rtlCol="0" anchor="ctr"/>
          <a:lstStyle/>
          <a:p>
            <a:pPr marL="0" indent="0">
              <a:buNone/>
            </a:pPr>
            <a:r>
              <a:rPr lang="en-US" sz="1100" b="1" dirty="0">
                <a:solidFill>
                  <a:srgbClr val="38A169"/>
                </a:solidFill>
                <a:latin typeface="Calibri" pitchFamily="34" charset="0"/>
                <a:ea typeface="Calibri" pitchFamily="34" charset="-122"/>
                <a:cs typeface="Calibri" pitchFamily="34" charset="-120"/>
              </a:rPr>
              <a:t>GRC people: you have the LEAST competition in public content. A single policy template on GitHub puts you ahead of 95% of candidates.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Text 1"/>
          <p:cNvSpPr/>
          <p:nvPr/>
        </p:nvSpPr>
        <p:spPr>
          <a:xfrm>
            <a:off x="548640" y="109728"/>
            <a:ext cx="82296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Real Examples: Study, Fork, Contribute and/or Build your own</a:t>
            </a:r>
            <a:endParaRPr lang="en-US" sz="2200" dirty="0"/>
          </a:p>
        </p:txBody>
      </p:sp>
      <p:sp>
        <p:nvSpPr>
          <p:cNvPr id="4" name="Text 2"/>
          <p:cNvSpPr/>
          <p:nvPr/>
        </p:nvSpPr>
        <p:spPr>
          <a:xfrm>
            <a:off x="548640" y="530352"/>
            <a:ext cx="7315200" cy="228600"/>
          </a:xfrm>
          <a:prstGeom prst="rect">
            <a:avLst/>
          </a:prstGeom>
          <a:noFill/>
          <a:ln/>
        </p:spPr>
        <p:txBody>
          <a:bodyPr wrap="square" lIns="0" tIns="0" rIns="0" bIns="0" rtlCol="0" anchor="ctr"/>
          <a:lstStyle/>
          <a:p>
            <a:pPr marL="0" indent="0">
              <a:buNone/>
            </a:pPr>
            <a:r>
              <a:rPr lang="en-US" sz="1100" dirty="0">
                <a:solidFill>
                  <a:srgbClr val="F7B267"/>
                </a:solidFill>
                <a:latin typeface="Calibri" pitchFamily="34" charset="0"/>
                <a:ea typeface="Calibri" pitchFamily="34" charset="-122"/>
                <a:cs typeface="Calibri" pitchFamily="34" charset="-120"/>
              </a:rPr>
              <a:t>These are actual repos and projects people built. You can do the same.</a:t>
            </a:r>
            <a:endParaRPr lang="en-US" sz="1100" dirty="0"/>
          </a:p>
        </p:txBody>
      </p:sp>
      <p:sp>
        <p:nvSpPr>
          <p:cNvPr id="5" name="Shape 3"/>
          <p:cNvSpPr/>
          <p:nvPr/>
        </p:nvSpPr>
        <p:spPr>
          <a:xfrm>
            <a:off x="411480" y="868680"/>
            <a:ext cx="1965960" cy="4023360"/>
          </a:xfrm>
          <a:prstGeom prst="rect">
            <a:avLst/>
          </a:prstGeom>
          <a:solidFill>
            <a:srgbClr val="182635"/>
          </a:solidFill>
          <a:ln/>
        </p:spPr>
        <p:txBody>
          <a:bodyPr/>
          <a:lstStyle/>
          <a:p>
            <a:endParaRPr lang="en-US"/>
          </a:p>
        </p:txBody>
      </p:sp>
      <p:sp>
        <p:nvSpPr>
          <p:cNvPr id="6" name="Shape 4"/>
          <p:cNvSpPr/>
          <p:nvPr/>
        </p:nvSpPr>
        <p:spPr>
          <a:xfrm>
            <a:off x="411480" y="868680"/>
            <a:ext cx="1965960" cy="45720"/>
          </a:xfrm>
          <a:prstGeom prst="rect">
            <a:avLst/>
          </a:prstGeom>
          <a:solidFill>
            <a:srgbClr val="2B9EA2"/>
          </a:solidFill>
          <a:ln/>
        </p:spPr>
        <p:txBody>
          <a:bodyPr/>
          <a:lstStyle/>
          <a:p>
            <a:endParaRPr lang="en-US"/>
          </a:p>
        </p:txBody>
      </p:sp>
      <p:sp>
        <p:nvSpPr>
          <p:cNvPr id="7" name="Text 5"/>
          <p:cNvSpPr/>
          <p:nvPr/>
        </p:nvSpPr>
        <p:spPr>
          <a:xfrm>
            <a:off x="411480" y="987552"/>
            <a:ext cx="1965960" cy="274320"/>
          </a:xfrm>
          <a:prstGeom prst="rect">
            <a:avLst/>
          </a:prstGeom>
          <a:noFill/>
          <a:ln/>
        </p:spPr>
        <p:txBody>
          <a:bodyPr wrap="square" lIns="0" tIns="0" rIns="0" bIns="0" rtlCol="0" anchor="ctr"/>
          <a:lstStyle/>
          <a:p>
            <a:pPr marL="0" indent="0" algn="ctr">
              <a:buNone/>
            </a:pPr>
            <a:r>
              <a:rPr lang="en-US" sz="1000" b="1" kern="0" spc="150" dirty="0">
                <a:solidFill>
                  <a:srgbClr val="2B9EA2"/>
                </a:solidFill>
                <a:latin typeface="Trebuchet MS" pitchFamily="34" charset="0"/>
                <a:ea typeface="Trebuchet MS" pitchFamily="34" charset="-122"/>
                <a:cs typeface="Trebuchet MS" pitchFamily="34" charset="-120"/>
              </a:rPr>
              <a:t>BUILDERS</a:t>
            </a:r>
            <a:endParaRPr lang="en-US" sz="1000" dirty="0"/>
          </a:p>
        </p:txBody>
      </p:sp>
      <p:sp>
        <p:nvSpPr>
          <p:cNvPr id="8" name="Shape 6"/>
          <p:cNvSpPr/>
          <p:nvPr/>
        </p:nvSpPr>
        <p:spPr>
          <a:xfrm>
            <a:off x="484632" y="1325880"/>
            <a:ext cx="1819656" cy="1097280"/>
          </a:xfrm>
          <a:prstGeom prst="rect">
            <a:avLst/>
          </a:prstGeom>
          <a:solidFill>
            <a:srgbClr val="2D3F52"/>
          </a:solidFill>
          <a:ln/>
        </p:spPr>
        <p:txBody>
          <a:bodyPr/>
          <a:lstStyle/>
          <a:p>
            <a:endParaRPr lang="en-US"/>
          </a:p>
        </p:txBody>
      </p:sp>
      <p:sp>
        <p:nvSpPr>
          <p:cNvPr id="9" name="Text 7"/>
          <p:cNvSpPr/>
          <p:nvPr/>
        </p:nvSpPr>
        <p:spPr>
          <a:xfrm>
            <a:off x="548640" y="137160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nozaq/</a:t>
            </a:r>
            <a:endParaRPr lang="en-US" sz="750" dirty="0"/>
          </a:p>
        </p:txBody>
      </p:sp>
      <p:sp>
        <p:nvSpPr>
          <p:cNvPr id="10" name="Text 8"/>
          <p:cNvSpPr/>
          <p:nvPr/>
        </p:nvSpPr>
        <p:spPr>
          <a:xfrm>
            <a:off x="548640" y="1554480"/>
            <a:ext cx="1691640" cy="228600"/>
          </a:xfrm>
          <a:prstGeom prst="rect">
            <a:avLst/>
          </a:prstGeom>
          <a:noFill/>
          <a:ln/>
        </p:spPr>
        <p:txBody>
          <a:bodyPr wrap="square" lIns="0" tIns="0" rIns="0" bIns="0" rtlCol="0" anchor="ctr"/>
          <a:lstStyle/>
          <a:p>
            <a:pPr marL="0" indent="0">
              <a:buNone/>
            </a:pPr>
            <a:r>
              <a:rPr lang="en-US" sz="950" b="1" dirty="0">
                <a:solidFill>
                  <a:srgbClr val="2B9EA2"/>
                </a:solidFill>
                <a:latin typeface="Trebuchet MS" pitchFamily="34" charset="0"/>
                <a:ea typeface="Trebuchet MS" pitchFamily="34" charset="-122"/>
                <a:cs typeface="Trebuchet MS" pitchFamily="34" charset="-120"/>
              </a:rPr>
              <a:t>terraform-aws-secure-baseline</a:t>
            </a:r>
            <a:endParaRPr lang="en-US" sz="950" dirty="0"/>
          </a:p>
        </p:txBody>
      </p:sp>
      <p:sp>
        <p:nvSpPr>
          <p:cNvPr id="11" name="Text 9"/>
          <p:cNvSpPr/>
          <p:nvPr/>
        </p:nvSpPr>
        <p:spPr>
          <a:xfrm>
            <a:off x="548640" y="182880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CIS + AWS best practices as Terraform. 2K+ stars.</a:t>
            </a:r>
            <a:endParaRPr lang="en-US" sz="850" dirty="0"/>
          </a:p>
        </p:txBody>
      </p:sp>
      <p:sp>
        <p:nvSpPr>
          <p:cNvPr id="12" name="Shape 10"/>
          <p:cNvSpPr/>
          <p:nvPr/>
        </p:nvSpPr>
        <p:spPr>
          <a:xfrm>
            <a:off x="484632" y="2560320"/>
            <a:ext cx="1819656" cy="1097280"/>
          </a:xfrm>
          <a:prstGeom prst="rect">
            <a:avLst/>
          </a:prstGeom>
          <a:solidFill>
            <a:srgbClr val="2D3F52"/>
          </a:solidFill>
          <a:ln/>
        </p:spPr>
        <p:txBody>
          <a:bodyPr/>
          <a:lstStyle/>
          <a:p>
            <a:endParaRPr lang="en-US"/>
          </a:p>
        </p:txBody>
      </p:sp>
      <p:sp>
        <p:nvSpPr>
          <p:cNvPr id="13" name="Text 11"/>
          <p:cNvSpPr/>
          <p:nvPr/>
        </p:nvSpPr>
        <p:spPr>
          <a:xfrm>
            <a:off x="548640" y="260604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naman16/</a:t>
            </a:r>
            <a:endParaRPr lang="en-US" sz="750" dirty="0"/>
          </a:p>
        </p:txBody>
      </p:sp>
      <p:sp>
        <p:nvSpPr>
          <p:cNvPr id="14" name="Text 12"/>
          <p:cNvSpPr/>
          <p:nvPr/>
        </p:nvSpPr>
        <p:spPr>
          <a:xfrm>
            <a:off x="548640" y="2788920"/>
            <a:ext cx="1691640" cy="228600"/>
          </a:xfrm>
          <a:prstGeom prst="rect">
            <a:avLst/>
          </a:prstGeom>
          <a:noFill/>
          <a:ln/>
        </p:spPr>
        <p:txBody>
          <a:bodyPr wrap="square" lIns="0" tIns="0" rIns="0" bIns="0" rtlCol="0" anchor="ctr"/>
          <a:lstStyle/>
          <a:p>
            <a:pPr marL="0" indent="0">
              <a:buNone/>
            </a:pPr>
            <a:r>
              <a:rPr lang="en-US" sz="950" b="1" dirty="0">
                <a:solidFill>
                  <a:srgbClr val="2B9EA2"/>
                </a:solidFill>
                <a:latin typeface="Trebuchet MS" pitchFamily="34" charset="0"/>
                <a:ea typeface="Trebuchet MS" pitchFamily="34" charset="-122"/>
                <a:cs typeface="Trebuchet MS" pitchFamily="34" charset="-120"/>
              </a:rPr>
              <a:t>AWS-Security-Guardrails-TF</a:t>
            </a:r>
            <a:endParaRPr lang="en-US" sz="950" dirty="0"/>
          </a:p>
        </p:txBody>
      </p:sp>
      <p:sp>
        <p:nvSpPr>
          <p:cNvPr id="15" name="Text 13"/>
          <p:cNvSpPr/>
          <p:nvPr/>
        </p:nvSpPr>
        <p:spPr>
          <a:xfrm>
            <a:off x="548640" y="306324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Auto-generates secure Terraform from Checkov/Prowler rules.</a:t>
            </a:r>
            <a:endParaRPr lang="en-US" sz="850" dirty="0"/>
          </a:p>
        </p:txBody>
      </p:sp>
      <p:sp>
        <p:nvSpPr>
          <p:cNvPr id="16" name="Shape 14"/>
          <p:cNvSpPr/>
          <p:nvPr/>
        </p:nvSpPr>
        <p:spPr>
          <a:xfrm>
            <a:off x="484632" y="3794760"/>
            <a:ext cx="1819656" cy="1097280"/>
          </a:xfrm>
          <a:prstGeom prst="rect">
            <a:avLst/>
          </a:prstGeom>
          <a:solidFill>
            <a:srgbClr val="2D3F52"/>
          </a:solidFill>
          <a:ln/>
        </p:spPr>
        <p:txBody>
          <a:bodyPr/>
          <a:lstStyle/>
          <a:p>
            <a:endParaRPr lang="en-US"/>
          </a:p>
        </p:txBody>
      </p:sp>
      <p:sp>
        <p:nvSpPr>
          <p:cNvPr id="17" name="Text 15"/>
          <p:cNvSpPr/>
          <p:nvPr/>
        </p:nvSpPr>
        <p:spPr>
          <a:xfrm>
            <a:off x="548640" y="384048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cloudposse/</a:t>
            </a:r>
            <a:endParaRPr lang="en-US" sz="750" dirty="0"/>
          </a:p>
        </p:txBody>
      </p:sp>
      <p:sp>
        <p:nvSpPr>
          <p:cNvPr id="18" name="Text 16"/>
          <p:cNvSpPr/>
          <p:nvPr/>
        </p:nvSpPr>
        <p:spPr>
          <a:xfrm>
            <a:off x="548640" y="4023360"/>
            <a:ext cx="1691640" cy="228600"/>
          </a:xfrm>
          <a:prstGeom prst="rect">
            <a:avLst/>
          </a:prstGeom>
          <a:noFill/>
          <a:ln/>
        </p:spPr>
        <p:txBody>
          <a:bodyPr wrap="square" lIns="0" tIns="0" rIns="0" bIns="0" rtlCol="0" anchor="ctr"/>
          <a:lstStyle/>
          <a:p>
            <a:pPr marL="0" indent="0">
              <a:buNone/>
            </a:pPr>
            <a:r>
              <a:rPr lang="en-US" sz="950" b="1" dirty="0">
                <a:solidFill>
                  <a:srgbClr val="2B9EA2"/>
                </a:solidFill>
                <a:latin typeface="Trebuchet MS" pitchFamily="34" charset="0"/>
                <a:ea typeface="Trebuchet MS" pitchFamily="34" charset="-122"/>
                <a:cs typeface="Trebuchet MS" pitchFamily="34" charset="-120"/>
              </a:rPr>
              <a:t>terraform-aws-security-hub</a:t>
            </a:r>
            <a:endParaRPr lang="en-US" sz="950" dirty="0"/>
          </a:p>
        </p:txBody>
      </p:sp>
      <p:sp>
        <p:nvSpPr>
          <p:cNvPr id="19" name="Text 17"/>
          <p:cNvSpPr/>
          <p:nvPr/>
        </p:nvSpPr>
        <p:spPr>
          <a:xfrm>
            <a:off x="548640" y="429768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Production-ready IaC for AWS Security Hub.</a:t>
            </a:r>
            <a:endParaRPr lang="en-US" sz="850" dirty="0"/>
          </a:p>
        </p:txBody>
      </p:sp>
      <p:sp>
        <p:nvSpPr>
          <p:cNvPr id="20" name="Shape 18"/>
          <p:cNvSpPr/>
          <p:nvPr/>
        </p:nvSpPr>
        <p:spPr>
          <a:xfrm>
            <a:off x="2560320" y="868680"/>
            <a:ext cx="1965960" cy="4023360"/>
          </a:xfrm>
          <a:prstGeom prst="rect">
            <a:avLst/>
          </a:prstGeom>
          <a:solidFill>
            <a:srgbClr val="182635"/>
          </a:solidFill>
          <a:ln/>
        </p:spPr>
        <p:txBody>
          <a:bodyPr/>
          <a:lstStyle/>
          <a:p>
            <a:endParaRPr lang="en-US"/>
          </a:p>
        </p:txBody>
      </p:sp>
      <p:sp>
        <p:nvSpPr>
          <p:cNvPr id="21" name="Shape 19"/>
          <p:cNvSpPr/>
          <p:nvPr/>
        </p:nvSpPr>
        <p:spPr>
          <a:xfrm>
            <a:off x="2560320" y="868680"/>
            <a:ext cx="1965960" cy="45720"/>
          </a:xfrm>
          <a:prstGeom prst="rect">
            <a:avLst/>
          </a:prstGeom>
          <a:solidFill>
            <a:srgbClr val="E8553D"/>
          </a:solidFill>
          <a:ln/>
        </p:spPr>
        <p:txBody>
          <a:bodyPr/>
          <a:lstStyle/>
          <a:p>
            <a:endParaRPr lang="en-US"/>
          </a:p>
        </p:txBody>
      </p:sp>
      <p:sp>
        <p:nvSpPr>
          <p:cNvPr id="22" name="Text 20"/>
          <p:cNvSpPr/>
          <p:nvPr/>
        </p:nvSpPr>
        <p:spPr>
          <a:xfrm>
            <a:off x="2560320" y="987552"/>
            <a:ext cx="1965960" cy="274320"/>
          </a:xfrm>
          <a:prstGeom prst="rect">
            <a:avLst/>
          </a:prstGeom>
          <a:noFill/>
          <a:ln/>
        </p:spPr>
        <p:txBody>
          <a:bodyPr wrap="square" lIns="0" tIns="0" rIns="0" bIns="0" rtlCol="0" anchor="ctr"/>
          <a:lstStyle/>
          <a:p>
            <a:pPr marL="0" indent="0" algn="ctr">
              <a:buNone/>
            </a:pPr>
            <a:r>
              <a:rPr lang="en-US" sz="1000" b="1" kern="0" spc="150" dirty="0">
                <a:solidFill>
                  <a:srgbClr val="E8553D"/>
                </a:solidFill>
                <a:latin typeface="Trebuchet MS" pitchFamily="34" charset="0"/>
                <a:ea typeface="Trebuchet MS" pitchFamily="34" charset="-122"/>
                <a:cs typeface="Trebuchet MS" pitchFamily="34" charset="-120"/>
              </a:rPr>
              <a:t>BREAKERS</a:t>
            </a:r>
            <a:endParaRPr lang="en-US" sz="1000" dirty="0"/>
          </a:p>
        </p:txBody>
      </p:sp>
      <p:sp>
        <p:nvSpPr>
          <p:cNvPr id="23" name="Shape 21"/>
          <p:cNvSpPr/>
          <p:nvPr/>
        </p:nvSpPr>
        <p:spPr>
          <a:xfrm>
            <a:off x="2633472" y="1325880"/>
            <a:ext cx="1819656" cy="1097280"/>
          </a:xfrm>
          <a:prstGeom prst="rect">
            <a:avLst/>
          </a:prstGeom>
          <a:solidFill>
            <a:srgbClr val="2D3F52"/>
          </a:solidFill>
          <a:ln/>
        </p:spPr>
        <p:txBody>
          <a:bodyPr/>
          <a:lstStyle/>
          <a:p>
            <a:endParaRPr lang="en-US"/>
          </a:p>
        </p:txBody>
      </p:sp>
      <p:sp>
        <p:nvSpPr>
          <p:cNvPr id="24" name="Text 22"/>
          <p:cNvSpPr/>
          <p:nvPr/>
        </p:nvSpPr>
        <p:spPr>
          <a:xfrm>
            <a:off x="2697480" y="137160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Ignitetechnologies/</a:t>
            </a:r>
            <a:endParaRPr lang="en-US" sz="750" dirty="0"/>
          </a:p>
        </p:txBody>
      </p:sp>
      <p:sp>
        <p:nvSpPr>
          <p:cNvPr id="25" name="Text 23"/>
          <p:cNvSpPr/>
          <p:nvPr/>
        </p:nvSpPr>
        <p:spPr>
          <a:xfrm>
            <a:off x="2697480" y="1554480"/>
            <a:ext cx="1691640" cy="228600"/>
          </a:xfrm>
          <a:prstGeom prst="rect">
            <a:avLst/>
          </a:prstGeom>
          <a:noFill/>
          <a:ln/>
        </p:spPr>
        <p:txBody>
          <a:bodyPr wrap="square" lIns="0" tIns="0" rIns="0" bIns="0" rtlCol="0" anchor="ctr"/>
          <a:lstStyle/>
          <a:p>
            <a:pPr marL="0" indent="0">
              <a:buNone/>
            </a:pPr>
            <a:r>
              <a:rPr lang="en-US" sz="950" b="1" dirty="0">
                <a:solidFill>
                  <a:srgbClr val="E8553D"/>
                </a:solidFill>
                <a:latin typeface="Trebuchet MS" pitchFamily="34" charset="0"/>
                <a:ea typeface="Trebuchet MS" pitchFamily="34" charset="-122"/>
                <a:cs typeface="Trebuchet MS" pitchFamily="34" charset="-120"/>
              </a:rPr>
              <a:t>TryHackMe-CTF-Writeups</a:t>
            </a:r>
            <a:endParaRPr lang="en-US" sz="950" dirty="0"/>
          </a:p>
        </p:txBody>
      </p:sp>
      <p:sp>
        <p:nvSpPr>
          <p:cNvPr id="26" name="Text 24"/>
          <p:cNvSpPr/>
          <p:nvPr/>
        </p:nvSpPr>
        <p:spPr>
          <a:xfrm>
            <a:off x="2697480" y="182880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Massive collection of THM walkthrough writeups.</a:t>
            </a:r>
            <a:endParaRPr lang="en-US" sz="850" dirty="0"/>
          </a:p>
        </p:txBody>
      </p:sp>
      <p:sp>
        <p:nvSpPr>
          <p:cNvPr id="27" name="Shape 25"/>
          <p:cNvSpPr/>
          <p:nvPr/>
        </p:nvSpPr>
        <p:spPr>
          <a:xfrm>
            <a:off x="2633472" y="2560320"/>
            <a:ext cx="1819656" cy="1097280"/>
          </a:xfrm>
          <a:prstGeom prst="rect">
            <a:avLst/>
          </a:prstGeom>
          <a:solidFill>
            <a:srgbClr val="2D3F52"/>
          </a:solidFill>
          <a:ln/>
        </p:spPr>
        <p:txBody>
          <a:bodyPr/>
          <a:lstStyle/>
          <a:p>
            <a:endParaRPr lang="en-US"/>
          </a:p>
        </p:txBody>
      </p:sp>
      <p:sp>
        <p:nvSpPr>
          <p:cNvPr id="28" name="Text 26"/>
          <p:cNvSpPr/>
          <p:nvPr/>
        </p:nvSpPr>
        <p:spPr>
          <a:xfrm>
            <a:off x="2697480" y="260604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Ignitetechnologies/</a:t>
            </a:r>
            <a:endParaRPr lang="en-US" sz="750" dirty="0"/>
          </a:p>
        </p:txBody>
      </p:sp>
      <p:sp>
        <p:nvSpPr>
          <p:cNvPr id="29" name="Text 27"/>
          <p:cNvSpPr/>
          <p:nvPr/>
        </p:nvSpPr>
        <p:spPr>
          <a:xfrm>
            <a:off x="2697480" y="2788920"/>
            <a:ext cx="1691640" cy="228600"/>
          </a:xfrm>
          <a:prstGeom prst="rect">
            <a:avLst/>
          </a:prstGeom>
          <a:noFill/>
          <a:ln/>
        </p:spPr>
        <p:txBody>
          <a:bodyPr wrap="square" lIns="0" tIns="0" rIns="0" bIns="0" rtlCol="0" anchor="ctr"/>
          <a:lstStyle/>
          <a:p>
            <a:pPr marL="0" indent="0">
              <a:buNone/>
            </a:pPr>
            <a:r>
              <a:rPr lang="en-US" sz="950" b="1" dirty="0">
                <a:solidFill>
                  <a:srgbClr val="E8553D"/>
                </a:solidFill>
                <a:latin typeface="Trebuchet MS" pitchFamily="34" charset="0"/>
                <a:ea typeface="Trebuchet MS" pitchFamily="34" charset="-122"/>
                <a:cs typeface="Trebuchet MS" pitchFamily="34" charset="-120"/>
              </a:rPr>
              <a:t>HackTheBox-CTF-Writeups</a:t>
            </a:r>
            <a:endParaRPr lang="en-US" sz="950" dirty="0"/>
          </a:p>
        </p:txBody>
      </p:sp>
      <p:sp>
        <p:nvSpPr>
          <p:cNvPr id="30" name="Text 28"/>
          <p:cNvSpPr/>
          <p:nvPr/>
        </p:nvSpPr>
        <p:spPr>
          <a:xfrm>
            <a:off x="2697480" y="306324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HTB machine writeups sorted by difficulty.</a:t>
            </a:r>
            <a:endParaRPr lang="en-US" sz="850" dirty="0"/>
          </a:p>
        </p:txBody>
      </p:sp>
      <p:sp>
        <p:nvSpPr>
          <p:cNvPr id="31" name="Shape 29"/>
          <p:cNvSpPr/>
          <p:nvPr/>
        </p:nvSpPr>
        <p:spPr>
          <a:xfrm>
            <a:off x="2633472" y="3794760"/>
            <a:ext cx="1819656" cy="1097280"/>
          </a:xfrm>
          <a:prstGeom prst="rect">
            <a:avLst/>
          </a:prstGeom>
          <a:solidFill>
            <a:srgbClr val="2D3F52"/>
          </a:solidFill>
          <a:ln/>
        </p:spPr>
        <p:txBody>
          <a:bodyPr/>
          <a:lstStyle/>
          <a:p>
            <a:endParaRPr lang="en-US"/>
          </a:p>
        </p:txBody>
      </p:sp>
      <p:sp>
        <p:nvSpPr>
          <p:cNvPr id="32" name="Text 30"/>
          <p:cNvSpPr/>
          <p:nvPr/>
        </p:nvSpPr>
        <p:spPr>
          <a:xfrm>
            <a:off x="2697480" y="384048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Kelvinkimotho/</a:t>
            </a:r>
            <a:endParaRPr lang="en-US" sz="750" dirty="0"/>
          </a:p>
        </p:txBody>
      </p:sp>
      <p:sp>
        <p:nvSpPr>
          <p:cNvPr id="33" name="Text 31"/>
          <p:cNvSpPr/>
          <p:nvPr/>
        </p:nvSpPr>
        <p:spPr>
          <a:xfrm>
            <a:off x="2697480" y="4023360"/>
            <a:ext cx="1691640" cy="228600"/>
          </a:xfrm>
          <a:prstGeom prst="rect">
            <a:avLst/>
          </a:prstGeom>
          <a:noFill/>
          <a:ln/>
        </p:spPr>
        <p:txBody>
          <a:bodyPr wrap="square" lIns="0" tIns="0" rIns="0" bIns="0" rtlCol="0" anchor="ctr"/>
          <a:lstStyle/>
          <a:p>
            <a:pPr marL="0" indent="0">
              <a:buNone/>
            </a:pPr>
            <a:r>
              <a:rPr lang="en-US" sz="950" b="1" dirty="0">
                <a:solidFill>
                  <a:srgbClr val="E8553D"/>
                </a:solidFill>
                <a:latin typeface="Trebuchet MS" pitchFamily="34" charset="0"/>
                <a:ea typeface="Trebuchet MS" pitchFamily="34" charset="-122"/>
                <a:cs typeface="Trebuchet MS" pitchFamily="34" charset="-120"/>
              </a:rPr>
              <a:t>CTF-Writeups</a:t>
            </a:r>
            <a:endParaRPr lang="en-US" sz="950" dirty="0"/>
          </a:p>
        </p:txBody>
      </p:sp>
      <p:sp>
        <p:nvSpPr>
          <p:cNvPr id="34" name="Text 32"/>
          <p:cNvSpPr/>
          <p:nvPr/>
        </p:nvSpPr>
        <p:spPr>
          <a:xfrm>
            <a:off x="2697480" y="429768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Personal archive: exactly what YOUR repo could look like.</a:t>
            </a:r>
            <a:endParaRPr lang="en-US" sz="850" dirty="0"/>
          </a:p>
        </p:txBody>
      </p:sp>
      <p:sp>
        <p:nvSpPr>
          <p:cNvPr id="35" name="Shape 33"/>
          <p:cNvSpPr/>
          <p:nvPr/>
        </p:nvSpPr>
        <p:spPr>
          <a:xfrm>
            <a:off x="4709160" y="868680"/>
            <a:ext cx="1965960" cy="4023360"/>
          </a:xfrm>
          <a:prstGeom prst="rect">
            <a:avLst/>
          </a:prstGeom>
          <a:solidFill>
            <a:srgbClr val="182635"/>
          </a:solidFill>
          <a:ln/>
        </p:spPr>
        <p:txBody>
          <a:bodyPr/>
          <a:lstStyle/>
          <a:p>
            <a:endParaRPr lang="en-US"/>
          </a:p>
        </p:txBody>
      </p:sp>
      <p:sp>
        <p:nvSpPr>
          <p:cNvPr id="36" name="Shape 34"/>
          <p:cNvSpPr/>
          <p:nvPr/>
        </p:nvSpPr>
        <p:spPr>
          <a:xfrm>
            <a:off x="4709160" y="868680"/>
            <a:ext cx="1965960" cy="45720"/>
          </a:xfrm>
          <a:prstGeom prst="rect">
            <a:avLst/>
          </a:prstGeom>
          <a:solidFill>
            <a:srgbClr val="3B82F6"/>
          </a:solidFill>
          <a:ln/>
        </p:spPr>
        <p:txBody>
          <a:bodyPr/>
          <a:lstStyle/>
          <a:p>
            <a:endParaRPr lang="en-US"/>
          </a:p>
        </p:txBody>
      </p:sp>
      <p:sp>
        <p:nvSpPr>
          <p:cNvPr id="37" name="Text 35"/>
          <p:cNvSpPr/>
          <p:nvPr/>
        </p:nvSpPr>
        <p:spPr>
          <a:xfrm>
            <a:off x="4709160" y="987552"/>
            <a:ext cx="1965960" cy="274320"/>
          </a:xfrm>
          <a:prstGeom prst="rect">
            <a:avLst/>
          </a:prstGeom>
          <a:noFill/>
          <a:ln/>
        </p:spPr>
        <p:txBody>
          <a:bodyPr wrap="square" lIns="0" tIns="0" rIns="0" bIns="0" rtlCol="0" anchor="ctr"/>
          <a:lstStyle/>
          <a:p>
            <a:pPr marL="0" indent="0" algn="ctr">
              <a:buNone/>
            </a:pPr>
            <a:r>
              <a:rPr lang="en-US" sz="1000" b="1" kern="0" spc="150" dirty="0">
                <a:solidFill>
                  <a:srgbClr val="3B82F6"/>
                </a:solidFill>
                <a:latin typeface="Trebuchet MS" pitchFamily="34" charset="0"/>
                <a:ea typeface="Trebuchet MS" pitchFamily="34" charset="-122"/>
                <a:cs typeface="Trebuchet MS" pitchFamily="34" charset="-120"/>
              </a:rPr>
              <a:t>DEFENDERS</a:t>
            </a:r>
            <a:endParaRPr lang="en-US" sz="1000" dirty="0"/>
          </a:p>
        </p:txBody>
      </p:sp>
      <p:sp>
        <p:nvSpPr>
          <p:cNvPr id="38" name="Shape 36"/>
          <p:cNvSpPr/>
          <p:nvPr/>
        </p:nvSpPr>
        <p:spPr>
          <a:xfrm>
            <a:off x="4782312" y="1325880"/>
            <a:ext cx="1819656" cy="1097280"/>
          </a:xfrm>
          <a:prstGeom prst="rect">
            <a:avLst/>
          </a:prstGeom>
          <a:solidFill>
            <a:srgbClr val="2D3F52"/>
          </a:solidFill>
          <a:ln/>
        </p:spPr>
        <p:txBody>
          <a:bodyPr/>
          <a:lstStyle/>
          <a:p>
            <a:endParaRPr lang="en-US"/>
          </a:p>
        </p:txBody>
      </p:sp>
      <p:sp>
        <p:nvSpPr>
          <p:cNvPr id="39" name="Text 37"/>
          <p:cNvSpPr/>
          <p:nvPr/>
        </p:nvSpPr>
        <p:spPr>
          <a:xfrm>
            <a:off x="4846320" y="137160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SigmaHQ/</a:t>
            </a:r>
            <a:endParaRPr lang="en-US" sz="750" dirty="0"/>
          </a:p>
        </p:txBody>
      </p:sp>
      <p:sp>
        <p:nvSpPr>
          <p:cNvPr id="40" name="Text 38"/>
          <p:cNvSpPr/>
          <p:nvPr/>
        </p:nvSpPr>
        <p:spPr>
          <a:xfrm>
            <a:off x="4846320" y="1554480"/>
            <a:ext cx="1691640" cy="228600"/>
          </a:xfrm>
          <a:prstGeom prst="rect">
            <a:avLst/>
          </a:prstGeom>
          <a:noFill/>
          <a:ln/>
        </p:spPr>
        <p:txBody>
          <a:bodyPr wrap="square" lIns="0" tIns="0" rIns="0" bIns="0" rtlCol="0" anchor="ctr"/>
          <a:lstStyle/>
          <a:p>
            <a:pPr marL="0" indent="0">
              <a:buNone/>
            </a:pPr>
            <a:r>
              <a:rPr lang="en-US" sz="950" b="1" dirty="0">
                <a:solidFill>
                  <a:srgbClr val="3B82F6"/>
                </a:solidFill>
                <a:latin typeface="Trebuchet MS" pitchFamily="34" charset="0"/>
                <a:ea typeface="Trebuchet MS" pitchFamily="34" charset="-122"/>
                <a:cs typeface="Trebuchet MS" pitchFamily="34" charset="-120"/>
              </a:rPr>
              <a:t>sigma</a:t>
            </a:r>
            <a:endParaRPr lang="en-US" sz="950" dirty="0"/>
          </a:p>
        </p:txBody>
      </p:sp>
      <p:sp>
        <p:nvSpPr>
          <p:cNvPr id="41" name="Text 39"/>
          <p:cNvSpPr/>
          <p:nvPr/>
        </p:nvSpPr>
        <p:spPr>
          <a:xfrm>
            <a:off x="4846320" y="182880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3,000+ detection rules. THE repo for Sigma. Contribute here.</a:t>
            </a:r>
            <a:endParaRPr lang="en-US" sz="850" dirty="0"/>
          </a:p>
        </p:txBody>
      </p:sp>
      <p:sp>
        <p:nvSpPr>
          <p:cNvPr id="42" name="Shape 40"/>
          <p:cNvSpPr/>
          <p:nvPr/>
        </p:nvSpPr>
        <p:spPr>
          <a:xfrm>
            <a:off x="4782312" y="2560320"/>
            <a:ext cx="1819656" cy="1097280"/>
          </a:xfrm>
          <a:prstGeom prst="rect">
            <a:avLst/>
          </a:prstGeom>
          <a:solidFill>
            <a:srgbClr val="2D3F52"/>
          </a:solidFill>
          <a:ln/>
        </p:spPr>
        <p:txBody>
          <a:bodyPr/>
          <a:lstStyle/>
          <a:p>
            <a:endParaRPr lang="en-US"/>
          </a:p>
        </p:txBody>
      </p:sp>
      <p:sp>
        <p:nvSpPr>
          <p:cNvPr id="43" name="Text 41"/>
          <p:cNvSpPr/>
          <p:nvPr/>
        </p:nvSpPr>
        <p:spPr>
          <a:xfrm>
            <a:off x="4846320" y="260604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luduslibrum/</a:t>
            </a:r>
            <a:endParaRPr lang="en-US" sz="750" dirty="0"/>
          </a:p>
        </p:txBody>
      </p:sp>
      <p:sp>
        <p:nvSpPr>
          <p:cNvPr id="44" name="Text 42"/>
          <p:cNvSpPr/>
          <p:nvPr/>
        </p:nvSpPr>
        <p:spPr>
          <a:xfrm>
            <a:off x="4846320" y="2788920"/>
            <a:ext cx="1691640" cy="228600"/>
          </a:xfrm>
          <a:prstGeom prst="rect">
            <a:avLst/>
          </a:prstGeom>
          <a:noFill/>
          <a:ln/>
        </p:spPr>
        <p:txBody>
          <a:bodyPr wrap="square" lIns="0" tIns="0" rIns="0" bIns="0" rtlCol="0" anchor="ctr"/>
          <a:lstStyle/>
          <a:p>
            <a:pPr marL="0" indent="0">
              <a:buNone/>
            </a:pPr>
            <a:r>
              <a:rPr lang="en-US" sz="950" b="1" dirty="0">
                <a:solidFill>
                  <a:srgbClr val="3B82F6"/>
                </a:solidFill>
                <a:latin typeface="Trebuchet MS" pitchFamily="34" charset="0"/>
                <a:ea typeface="Trebuchet MS" pitchFamily="34" charset="-122"/>
                <a:cs typeface="Trebuchet MS" pitchFamily="34" charset="-120"/>
              </a:rPr>
              <a:t>awesome-playbooks</a:t>
            </a:r>
            <a:endParaRPr lang="en-US" sz="950" dirty="0"/>
          </a:p>
        </p:txBody>
      </p:sp>
      <p:sp>
        <p:nvSpPr>
          <p:cNvPr id="45" name="Text 43"/>
          <p:cNvSpPr/>
          <p:nvPr/>
        </p:nvSpPr>
        <p:spPr>
          <a:xfrm>
            <a:off x="4846320" y="306324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1,347 IR playbooks across 12+ SOAR platforms.</a:t>
            </a:r>
            <a:endParaRPr lang="en-US" sz="850" dirty="0"/>
          </a:p>
        </p:txBody>
      </p:sp>
      <p:sp>
        <p:nvSpPr>
          <p:cNvPr id="46" name="Shape 44"/>
          <p:cNvSpPr/>
          <p:nvPr/>
        </p:nvSpPr>
        <p:spPr>
          <a:xfrm>
            <a:off x="4782312" y="3794760"/>
            <a:ext cx="1819656" cy="1097280"/>
          </a:xfrm>
          <a:prstGeom prst="rect">
            <a:avLst/>
          </a:prstGeom>
          <a:solidFill>
            <a:srgbClr val="2D3F52"/>
          </a:solidFill>
          <a:ln/>
        </p:spPr>
        <p:txBody>
          <a:bodyPr/>
          <a:lstStyle/>
          <a:p>
            <a:endParaRPr lang="en-US"/>
          </a:p>
        </p:txBody>
      </p:sp>
      <p:sp>
        <p:nvSpPr>
          <p:cNvPr id="47" name="Text 45"/>
          <p:cNvSpPr/>
          <p:nvPr/>
        </p:nvSpPr>
        <p:spPr>
          <a:xfrm>
            <a:off x="4846320" y="384048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socfortress/</a:t>
            </a:r>
            <a:endParaRPr lang="en-US" sz="750" dirty="0"/>
          </a:p>
        </p:txBody>
      </p:sp>
      <p:sp>
        <p:nvSpPr>
          <p:cNvPr id="48" name="Text 46"/>
          <p:cNvSpPr/>
          <p:nvPr/>
        </p:nvSpPr>
        <p:spPr>
          <a:xfrm>
            <a:off x="4846320" y="4023360"/>
            <a:ext cx="1691640" cy="228600"/>
          </a:xfrm>
          <a:prstGeom prst="rect">
            <a:avLst/>
          </a:prstGeom>
          <a:noFill/>
          <a:ln/>
        </p:spPr>
        <p:txBody>
          <a:bodyPr wrap="square" lIns="0" tIns="0" rIns="0" bIns="0" rtlCol="0" anchor="ctr"/>
          <a:lstStyle/>
          <a:p>
            <a:pPr marL="0" indent="0">
              <a:buNone/>
            </a:pPr>
            <a:r>
              <a:rPr lang="en-US" sz="950" b="1" dirty="0">
                <a:solidFill>
                  <a:srgbClr val="3B82F6"/>
                </a:solidFill>
                <a:latin typeface="Trebuchet MS" pitchFamily="34" charset="0"/>
                <a:ea typeface="Trebuchet MS" pitchFamily="34" charset="-122"/>
                <a:cs typeface="Trebuchet MS" pitchFamily="34" charset="-120"/>
              </a:rPr>
              <a:t>Playbooks</a:t>
            </a:r>
            <a:endParaRPr lang="en-US" sz="950" dirty="0"/>
          </a:p>
        </p:txBody>
      </p:sp>
      <p:sp>
        <p:nvSpPr>
          <p:cNvPr id="49" name="Text 47"/>
          <p:cNvSpPr/>
          <p:nvPr/>
        </p:nvSpPr>
        <p:spPr>
          <a:xfrm>
            <a:off x="4846320" y="429768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SOC IR playbooks per NIST 800-61. Fork and customize.</a:t>
            </a:r>
            <a:endParaRPr lang="en-US" sz="850" dirty="0"/>
          </a:p>
        </p:txBody>
      </p:sp>
      <p:sp>
        <p:nvSpPr>
          <p:cNvPr id="50" name="Shape 48"/>
          <p:cNvSpPr/>
          <p:nvPr/>
        </p:nvSpPr>
        <p:spPr>
          <a:xfrm>
            <a:off x="6858000" y="868680"/>
            <a:ext cx="1965960" cy="4023360"/>
          </a:xfrm>
          <a:prstGeom prst="rect">
            <a:avLst/>
          </a:prstGeom>
          <a:solidFill>
            <a:srgbClr val="182635"/>
          </a:solidFill>
          <a:ln/>
        </p:spPr>
        <p:txBody>
          <a:bodyPr/>
          <a:lstStyle/>
          <a:p>
            <a:endParaRPr lang="en-US"/>
          </a:p>
        </p:txBody>
      </p:sp>
      <p:sp>
        <p:nvSpPr>
          <p:cNvPr id="51" name="Shape 49"/>
          <p:cNvSpPr/>
          <p:nvPr/>
        </p:nvSpPr>
        <p:spPr>
          <a:xfrm>
            <a:off x="6858000" y="868680"/>
            <a:ext cx="1965960" cy="45720"/>
          </a:xfrm>
          <a:prstGeom prst="rect">
            <a:avLst/>
          </a:prstGeom>
          <a:solidFill>
            <a:srgbClr val="F7B267"/>
          </a:solidFill>
          <a:ln/>
        </p:spPr>
        <p:txBody>
          <a:bodyPr/>
          <a:lstStyle/>
          <a:p>
            <a:endParaRPr lang="en-US"/>
          </a:p>
        </p:txBody>
      </p:sp>
      <p:sp>
        <p:nvSpPr>
          <p:cNvPr id="52" name="Text 50"/>
          <p:cNvSpPr/>
          <p:nvPr/>
        </p:nvSpPr>
        <p:spPr>
          <a:xfrm>
            <a:off x="6858000" y="987552"/>
            <a:ext cx="1965960" cy="274320"/>
          </a:xfrm>
          <a:prstGeom prst="rect">
            <a:avLst/>
          </a:prstGeom>
          <a:noFill/>
          <a:ln/>
        </p:spPr>
        <p:txBody>
          <a:bodyPr wrap="square" lIns="0" tIns="0" rIns="0" bIns="0" rtlCol="0" anchor="ctr"/>
          <a:lstStyle/>
          <a:p>
            <a:pPr marL="0" indent="0" algn="ctr">
              <a:buNone/>
            </a:pPr>
            <a:r>
              <a:rPr lang="en-US" sz="1000" b="1" kern="0" spc="150" dirty="0">
                <a:solidFill>
                  <a:srgbClr val="F7B267"/>
                </a:solidFill>
                <a:latin typeface="Trebuchet MS" pitchFamily="34" charset="0"/>
                <a:ea typeface="Trebuchet MS" pitchFamily="34" charset="-122"/>
                <a:cs typeface="Trebuchet MS" pitchFamily="34" charset="-120"/>
              </a:rPr>
              <a:t>GOVERNORS</a:t>
            </a:r>
            <a:endParaRPr lang="en-US" sz="1000" dirty="0"/>
          </a:p>
        </p:txBody>
      </p:sp>
      <p:sp>
        <p:nvSpPr>
          <p:cNvPr id="53" name="Shape 51"/>
          <p:cNvSpPr/>
          <p:nvPr/>
        </p:nvSpPr>
        <p:spPr>
          <a:xfrm>
            <a:off x="6931152" y="1325880"/>
            <a:ext cx="1819656" cy="1097280"/>
          </a:xfrm>
          <a:prstGeom prst="rect">
            <a:avLst/>
          </a:prstGeom>
          <a:solidFill>
            <a:srgbClr val="2D3F52"/>
          </a:solidFill>
          <a:ln/>
        </p:spPr>
        <p:txBody>
          <a:bodyPr/>
          <a:lstStyle/>
          <a:p>
            <a:endParaRPr lang="en-US"/>
          </a:p>
        </p:txBody>
      </p:sp>
      <p:sp>
        <p:nvSpPr>
          <p:cNvPr id="54" name="Text 52"/>
          <p:cNvSpPr/>
          <p:nvPr/>
        </p:nvSpPr>
        <p:spPr>
          <a:xfrm>
            <a:off x="6995160" y="137160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JupiterOne/</a:t>
            </a:r>
            <a:endParaRPr lang="en-US" sz="750" dirty="0"/>
          </a:p>
        </p:txBody>
      </p:sp>
      <p:sp>
        <p:nvSpPr>
          <p:cNvPr id="55" name="Text 53"/>
          <p:cNvSpPr/>
          <p:nvPr/>
        </p:nvSpPr>
        <p:spPr>
          <a:xfrm>
            <a:off x="6995160" y="1554480"/>
            <a:ext cx="1691640" cy="228600"/>
          </a:xfrm>
          <a:prstGeom prst="rect">
            <a:avLst/>
          </a:prstGeom>
          <a:noFill/>
          <a:ln/>
        </p:spPr>
        <p:txBody>
          <a:bodyPr wrap="square" lIns="0" tIns="0" rIns="0" bIns="0" rtlCol="0" anchor="ctr"/>
          <a:lstStyle/>
          <a:p>
            <a:pPr marL="0" indent="0">
              <a:buNone/>
            </a:pPr>
            <a:r>
              <a:rPr lang="en-US" sz="950" b="1" dirty="0">
                <a:solidFill>
                  <a:srgbClr val="F7B267"/>
                </a:solidFill>
                <a:latin typeface="Trebuchet MS" pitchFamily="34" charset="0"/>
                <a:ea typeface="Trebuchet MS" pitchFamily="34" charset="-122"/>
                <a:cs typeface="Trebuchet MS" pitchFamily="34" charset="-120"/>
              </a:rPr>
              <a:t>security-policy-templates</a:t>
            </a:r>
            <a:endParaRPr lang="en-US" sz="950" dirty="0"/>
          </a:p>
        </p:txBody>
      </p:sp>
      <p:sp>
        <p:nvSpPr>
          <p:cNvPr id="56" name="Text 54"/>
          <p:cNvSpPr/>
          <p:nvPr/>
        </p:nvSpPr>
        <p:spPr>
          <a:xfrm>
            <a:off x="6995160" y="182880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Full policy set: HIPAA, NIST, SOC 2, PCI, FedRAMP.</a:t>
            </a:r>
            <a:endParaRPr lang="en-US" sz="850" dirty="0"/>
          </a:p>
        </p:txBody>
      </p:sp>
      <p:sp>
        <p:nvSpPr>
          <p:cNvPr id="57" name="Shape 55"/>
          <p:cNvSpPr/>
          <p:nvPr/>
        </p:nvSpPr>
        <p:spPr>
          <a:xfrm>
            <a:off x="6931152" y="2560320"/>
            <a:ext cx="1819656" cy="1097280"/>
          </a:xfrm>
          <a:prstGeom prst="rect">
            <a:avLst/>
          </a:prstGeom>
          <a:solidFill>
            <a:srgbClr val="2D3F52"/>
          </a:solidFill>
          <a:ln/>
        </p:spPr>
        <p:txBody>
          <a:bodyPr/>
          <a:lstStyle/>
          <a:p>
            <a:endParaRPr lang="en-US"/>
          </a:p>
        </p:txBody>
      </p:sp>
      <p:sp>
        <p:nvSpPr>
          <p:cNvPr id="58" name="Text 56"/>
          <p:cNvSpPr/>
          <p:nvPr/>
        </p:nvSpPr>
        <p:spPr>
          <a:xfrm>
            <a:off x="6995160" y="260604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securitytemplates/</a:t>
            </a:r>
            <a:endParaRPr lang="en-US" sz="750" dirty="0"/>
          </a:p>
        </p:txBody>
      </p:sp>
      <p:sp>
        <p:nvSpPr>
          <p:cNvPr id="59" name="Text 57"/>
          <p:cNvSpPr/>
          <p:nvPr/>
        </p:nvSpPr>
        <p:spPr>
          <a:xfrm>
            <a:off x="6995160" y="2788920"/>
            <a:ext cx="1691640" cy="228600"/>
          </a:xfrm>
          <a:prstGeom prst="rect">
            <a:avLst/>
          </a:prstGeom>
          <a:noFill/>
          <a:ln/>
        </p:spPr>
        <p:txBody>
          <a:bodyPr wrap="square" lIns="0" tIns="0" rIns="0" bIns="0" rtlCol="0" anchor="ctr"/>
          <a:lstStyle/>
          <a:p>
            <a:pPr marL="0" indent="0">
              <a:buNone/>
            </a:pPr>
            <a:r>
              <a:rPr lang="en-US" sz="950" b="1" dirty="0">
                <a:solidFill>
                  <a:srgbClr val="F7B267"/>
                </a:solidFill>
                <a:latin typeface="Trebuchet MS" pitchFamily="34" charset="0"/>
                <a:ea typeface="Trebuchet MS" pitchFamily="34" charset="-122"/>
                <a:cs typeface="Trebuchet MS" pitchFamily="34" charset="-120"/>
              </a:rPr>
              <a:t>sectemplates</a:t>
            </a:r>
            <a:endParaRPr lang="en-US" sz="950" dirty="0"/>
          </a:p>
        </p:txBody>
      </p:sp>
      <p:sp>
        <p:nvSpPr>
          <p:cNvPr id="60" name="Text 58"/>
          <p:cNvSpPr/>
          <p:nvPr/>
        </p:nvSpPr>
        <p:spPr>
          <a:xfrm>
            <a:off x="6995160" y="306324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Bootstrap templates for security programs + bug bounty.</a:t>
            </a:r>
            <a:endParaRPr lang="en-US" sz="850" dirty="0"/>
          </a:p>
        </p:txBody>
      </p:sp>
      <p:sp>
        <p:nvSpPr>
          <p:cNvPr id="61" name="Shape 59"/>
          <p:cNvSpPr/>
          <p:nvPr/>
        </p:nvSpPr>
        <p:spPr>
          <a:xfrm>
            <a:off x="6931152" y="3794760"/>
            <a:ext cx="1819656" cy="1097280"/>
          </a:xfrm>
          <a:prstGeom prst="rect">
            <a:avLst/>
          </a:prstGeom>
          <a:solidFill>
            <a:srgbClr val="2D3F52"/>
          </a:solidFill>
          <a:ln/>
        </p:spPr>
        <p:txBody>
          <a:bodyPr/>
          <a:lstStyle/>
          <a:p>
            <a:endParaRPr lang="en-US"/>
          </a:p>
        </p:txBody>
      </p:sp>
      <p:sp>
        <p:nvSpPr>
          <p:cNvPr id="62" name="Text 60"/>
          <p:cNvSpPr/>
          <p:nvPr/>
        </p:nvSpPr>
        <p:spPr>
          <a:xfrm>
            <a:off x="6995160" y="3840480"/>
            <a:ext cx="1691640" cy="182880"/>
          </a:xfrm>
          <a:prstGeom prst="rect">
            <a:avLst/>
          </a:prstGeom>
          <a:noFill/>
          <a:ln/>
        </p:spPr>
        <p:txBody>
          <a:bodyPr wrap="square" lIns="0" tIns="0" rIns="0" bIns="0" rtlCol="0" anchor="ctr"/>
          <a:lstStyle/>
          <a:p>
            <a:pPr marL="0" indent="0">
              <a:buNone/>
            </a:pPr>
            <a:r>
              <a:rPr lang="en-US" sz="750" dirty="0">
                <a:solidFill>
                  <a:srgbClr val="718096"/>
                </a:solidFill>
                <a:latin typeface="Calibri" pitchFamily="34" charset="0"/>
                <a:ea typeface="Calibri" pitchFamily="34" charset="-122"/>
                <a:cs typeface="Calibri" pitchFamily="34" charset="-120"/>
              </a:rPr>
              <a:t>counteractive/</a:t>
            </a:r>
            <a:endParaRPr lang="en-US" sz="750" dirty="0"/>
          </a:p>
        </p:txBody>
      </p:sp>
      <p:sp>
        <p:nvSpPr>
          <p:cNvPr id="63" name="Text 61"/>
          <p:cNvSpPr/>
          <p:nvPr/>
        </p:nvSpPr>
        <p:spPr>
          <a:xfrm>
            <a:off x="6995160" y="4023360"/>
            <a:ext cx="1691640" cy="228600"/>
          </a:xfrm>
          <a:prstGeom prst="rect">
            <a:avLst/>
          </a:prstGeom>
          <a:noFill/>
          <a:ln/>
        </p:spPr>
        <p:txBody>
          <a:bodyPr wrap="square" lIns="0" tIns="0" rIns="0" bIns="0" rtlCol="0" anchor="ctr"/>
          <a:lstStyle/>
          <a:p>
            <a:pPr marL="0" indent="0">
              <a:buNone/>
            </a:pPr>
            <a:r>
              <a:rPr lang="en-US" sz="950" b="1" dirty="0">
                <a:solidFill>
                  <a:srgbClr val="F7B267"/>
                </a:solidFill>
                <a:latin typeface="Trebuchet MS" pitchFamily="34" charset="0"/>
                <a:ea typeface="Trebuchet MS" pitchFamily="34" charset="-122"/>
                <a:cs typeface="Trebuchet MS" pitchFamily="34" charset="-120"/>
              </a:rPr>
              <a:t>incident-response-plan-template</a:t>
            </a:r>
            <a:endParaRPr lang="en-US" sz="950" dirty="0"/>
          </a:p>
        </p:txBody>
      </p:sp>
      <p:sp>
        <p:nvSpPr>
          <p:cNvPr id="64" name="Text 62"/>
          <p:cNvSpPr/>
          <p:nvPr/>
        </p:nvSpPr>
        <p:spPr>
          <a:xfrm>
            <a:off x="6995160" y="4297680"/>
            <a:ext cx="1691640" cy="548640"/>
          </a:xfrm>
          <a:prstGeom prst="rect">
            <a:avLst/>
          </a:prstGeom>
          <a:noFill/>
          <a:ln/>
        </p:spPr>
        <p:txBody>
          <a:bodyPr wrap="square" lIns="0" tIns="0" rIns="0" bIns="0" rtlCol="0" anchor="ctr"/>
          <a:lstStyle/>
          <a:p>
            <a:pPr marL="0" indent="0">
              <a:buNone/>
            </a:pPr>
            <a:r>
              <a:rPr lang="en-US" sz="850" dirty="0">
                <a:solidFill>
                  <a:srgbClr val="CBD5E0"/>
                </a:solidFill>
                <a:latin typeface="Calibri" pitchFamily="34" charset="0"/>
                <a:ea typeface="Calibri" pitchFamily="34" charset="-122"/>
                <a:cs typeface="Calibri" pitchFamily="34" charset="-120"/>
              </a:rPr>
              <a:t>Complete IR plan in Markdown. Fork it tonight.</a:t>
            </a:r>
            <a:endParaRPr lang="en-US" sz="850" dirty="0"/>
          </a:p>
        </p:txBody>
      </p:sp>
      <p:sp>
        <p:nvSpPr>
          <p:cNvPr id="65" name="Text 63"/>
          <p:cNvSpPr/>
          <p:nvPr/>
        </p:nvSpPr>
        <p:spPr>
          <a:xfrm>
            <a:off x="484632" y="4846320"/>
            <a:ext cx="8046720" cy="274320"/>
          </a:xfrm>
          <a:prstGeom prst="rect">
            <a:avLst/>
          </a:prstGeom>
          <a:noFill/>
          <a:ln/>
        </p:spPr>
        <p:txBody>
          <a:bodyPr wrap="square" lIns="0" tIns="0" rIns="0" bIns="0" rtlCol="0" anchor="ctr"/>
          <a:lstStyle/>
          <a:p>
            <a:pPr marL="0" indent="0">
              <a:buNone/>
            </a:pPr>
            <a:r>
              <a:rPr lang="en-US" sz="1100" b="1" dirty="0">
                <a:solidFill>
                  <a:srgbClr val="2B9EA2"/>
                </a:solidFill>
                <a:latin typeface="Calibri" pitchFamily="34" charset="0"/>
                <a:ea typeface="Calibri" pitchFamily="34" charset="-122"/>
                <a:cs typeface="Calibri" pitchFamily="34" charset="-120"/>
              </a:rPr>
              <a:t>All free. All on GitHub. Pick one tonight, study the structure, then build your own version.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18096"/>
          </a:solidFill>
          <a:ln/>
        </p:spPr>
        <p:txBody>
          <a:bodyPr/>
          <a:lstStyle/>
          <a:p>
            <a:endParaRPr lang="en-US"/>
          </a:p>
        </p:txBody>
      </p:sp>
      <p:sp>
        <p:nvSpPr>
          <p:cNvPr id="3" name="Text 1"/>
          <p:cNvSpPr/>
          <p:nvPr/>
        </p:nvSpPr>
        <p:spPr>
          <a:xfrm>
            <a:off x="548640" y="1097280"/>
            <a:ext cx="8046720" cy="731520"/>
          </a:xfrm>
          <a:prstGeom prst="rect">
            <a:avLst/>
          </a:prstGeom>
          <a:noFill/>
          <a:ln/>
        </p:spPr>
        <p:txBody>
          <a:bodyPr wrap="square" lIns="0" tIns="0" rIns="0" bIns="0" rtlCol="0" anchor="ctr"/>
          <a:lstStyle/>
          <a:p>
            <a:pPr marL="0" indent="0" algn="ctr">
              <a:buNone/>
            </a:pPr>
            <a:r>
              <a:rPr lang="en-US" sz="4800" b="1" kern="0" spc="800" dirty="0">
                <a:solidFill>
                  <a:srgbClr val="FFFFFF"/>
                </a:solidFill>
                <a:latin typeface="Trebuchet MS" pitchFamily="34" charset="0"/>
                <a:ea typeface="Trebuchet MS" pitchFamily="34" charset="-122"/>
                <a:cs typeface="Trebuchet MS" pitchFamily="34" charset="-120"/>
              </a:rPr>
              <a:t>BREAK</a:t>
            </a:r>
            <a:endParaRPr lang="en-US" sz="4800" dirty="0"/>
          </a:p>
        </p:txBody>
      </p:sp>
      <p:sp>
        <p:nvSpPr>
          <p:cNvPr id="4" name="Text 2"/>
          <p:cNvSpPr/>
          <p:nvPr/>
        </p:nvSpPr>
        <p:spPr>
          <a:xfrm>
            <a:off x="548640" y="1920240"/>
            <a:ext cx="8046720" cy="457200"/>
          </a:xfrm>
          <a:prstGeom prst="rect">
            <a:avLst/>
          </a:prstGeom>
          <a:noFill/>
          <a:ln/>
        </p:spPr>
        <p:txBody>
          <a:bodyPr wrap="square" lIns="0" tIns="0" rIns="0" bIns="0" rtlCol="0" anchor="ctr"/>
          <a:lstStyle/>
          <a:p>
            <a:pPr marL="0" indent="0" algn="ctr">
              <a:buNone/>
            </a:pPr>
            <a:r>
              <a:rPr lang="en-US" sz="2000" dirty="0">
                <a:solidFill>
                  <a:srgbClr val="718096"/>
                </a:solidFill>
                <a:latin typeface="Calibri" pitchFamily="34" charset="0"/>
                <a:ea typeface="Calibri" pitchFamily="34" charset="-122"/>
                <a:cs typeface="Calibri" pitchFamily="34" charset="-120"/>
              </a:rPr>
              <a:t>5 minutes</a:t>
            </a:r>
            <a:endParaRPr lang="en-US" sz="2000" dirty="0"/>
          </a:p>
        </p:txBody>
      </p:sp>
      <p:sp>
        <p:nvSpPr>
          <p:cNvPr id="5" name="Shape 3"/>
          <p:cNvSpPr/>
          <p:nvPr/>
        </p:nvSpPr>
        <p:spPr>
          <a:xfrm>
            <a:off x="4023360" y="2560320"/>
            <a:ext cx="1097280" cy="36576"/>
          </a:xfrm>
          <a:prstGeom prst="rect">
            <a:avLst/>
          </a:prstGeom>
          <a:solidFill>
            <a:srgbClr val="2B9EA2"/>
          </a:solidFill>
          <a:ln/>
        </p:spPr>
        <p:txBody>
          <a:bodyPr/>
          <a:lstStyle/>
          <a:p>
            <a:endParaRPr lang="en-US"/>
          </a:p>
        </p:txBody>
      </p:sp>
      <p:sp>
        <p:nvSpPr>
          <p:cNvPr id="6" name="Text 4"/>
          <p:cNvSpPr/>
          <p:nvPr/>
        </p:nvSpPr>
        <p:spPr>
          <a:xfrm>
            <a:off x="1371600" y="2834640"/>
            <a:ext cx="6400800" cy="731520"/>
          </a:xfrm>
          <a:prstGeom prst="rect">
            <a:avLst/>
          </a:prstGeom>
          <a:noFill/>
          <a:ln/>
        </p:spPr>
        <p:txBody>
          <a:bodyPr wrap="square" lIns="0" tIns="0" rIns="0" bIns="0" rtlCol="0" anchor="ctr"/>
          <a:lstStyle/>
          <a:p>
            <a:pPr marL="0" indent="0" algn="ctr">
              <a:buNone/>
            </a:pPr>
            <a:r>
              <a:rPr lang="en-US" sz="1400" dirty="0">
                <a:solidFill>
                  <a:srgbClr val="2B9EA2"/>
                </a:solidFill>
                <a:latin typeface="Calibri" pitchFamily="34" charset="0"/>
                <a:ea typeface="Calibri" pitchFamily="34" charset="-122"/>
                <a:cs typeface="Calibri" pitchFamily="34" charset="-120"/>
              </a:rPr>
              <a:t>Stand up. Stretch. Find someone you haven't spoken to yet.</a:t>
            </a:r>
            <a:endParaRPr lang="en-US" sz="1400" dirty="0"/>
          </a:p>
          <a:p>
            <a:pPr marL="0" indent="0" algn="ctr">
              <a:buNone/>
            </a:pPr>
            <a:r>
              <a:rPr lang="en-US" sz="1400" dirty="0">
                <a:solidFill>
                  <a:srgbClr val="2B9EA2"/>
                </a:solidFill>
                <a:latin typeface="Calibri" pitchFamily="34" charset="0"/>
                <a:ea typeface="Calibri" pitchFamily="34" charset="-122"/>
                <a:cs typeface="Calibri" pitchFamily="34" charset="-120"/>
              </a:rPr>
              <a:t>Introduce yourself.</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B9EA2"/>
          </a:solidFill>
          <a:ln/>
        </p:spPr>
        <p:txBody>
          <a:bodyPr/>
          <a:lstStyle/>
          <a:p>
            <a:endParaRPr lang="en-US"/>
          </a:p>
        </p:txBody>
      </p:sp>
      <p:sp>
        <p:nvSpPr>
          <p:cNvPr id="3" name="Text 1"/>
          <p:cNvSpPr/>
          <p:nvPr/>
        </p:nvSpPr>
        <p:spPr>
          <a:xfrm>
            <a:off x="548640" y="13716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 Skills Nobody Tests For (But Everyone Needs)</a:t>
            </a:r>
            <a:endParaRPr lang="en-US" sz="2600" dirty="0"/>
          </a:p>
        </p:txBody>
      </p:sp>
      <p:sp>
        <p:nvSpPr>
          <p:cNvPr id="4" name="Text 2"/>
          <p:cNvSpPr/>
          <p:nvPr/>
        </p:nvSpPr>
        <p:spPr>
          <a:xfrm>
            <a:off x="548640" y="594360"/>
            <a:ext cx="7772400" cy="274320"/>
          </a:xfrm>
          <a:prstGeom prst="rect">
            <a:avLst/>
          </a:prstGeom>
          <a:noFill/>
          <a:ln/>
        </p:spPr>
        <p:txBody>
          <a:bodyPr wrap="square" lIns="0" tIns="0" rIns="0" bIns="0" rtlCol="0" anchor="ctr"/>
          <a:lstStyle/>
          <a:p>
            <a:pPr marL="0" indent="0">
              <a:buNone/>
            </a:pPr>
            <a:r>
              <a:rPr lang="en-US" sz="1100" dirty="0">
                <a:solidFill>
                  <a:srgbClr val="F7B267"/>
                </a:solidFill>
                <a:latin typeface="Calibri" pitchFamily="34" charset="0"/>
                <a:ea typeface="Calibri" pitchFamily="34" charset="-122"/>
                <a:cs typeface="Calibri" pitchFamily="34" charset="-120"/>
              </a:rPr>
              <a:t>ISC2 2025: 51% of hiring managers say nontechnical skills are becoming MORE important with AI.</a:t>
            </a:r>
            <a:endParaRPr lang="en-US" sz="1100" dirty="0"/>
          </a:p>
        </p:txBody>
      </p:sp>
      <p:sp>
        <p:nvSpPr>
          <p:cNvPr id="5" name="Shape 3"/>
          <p:cNvSpPr/>
          <p:nvPr/>
        </p:nvSpPr>
        <p:spPr>
          <a:xfrm>
            <a:off x="548640" y="1005840"/>
            <a:ext cx="8046720" cy="685800"/>
          </a:xfrm>
          <a:prstGeom prst="rect">
            <a:avLst/>
          </a:prstGeom>
          <a:solidFill>
            <a:srgbClr val="18263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143000"/>
            <a:ext cx="365760" cy="365760"/>
          </a:xfrm>
          <a:prstGeom prst="rect">
            <a:avLst/>
          </a:prstGeom>
        </p:spPr>
      </p:pic>
      <p:sp>
        <p:nvSpPr>
          <p:cNvPr id="7" name="Text 4"/>
          <p:cNvSpPr/>
          <p:nvPr/>
        </p:nvSpPr>
        <p:spPr>
          <a:xfrm>
            <a:off x="1280160" y="1051560"/>
            <a:ext cx="2286000" cy="274320"/>
          </a:xfrm>
          <a:prstGeom prst="rect">
            <a:avLst/>
          </a:prstGeom>
          <a:noFill/>
          <a:ln/>
        </p:spPr>
        <p:txBody>
          <a:bodyPr wrap="square" lIns="0" tIns="0" rIns="0" bIns="0" rtlCol="0" anchor="ctr"/>
          <a:lstStyle/>
          <a:p>
            <a:pPr marL="0" indent="0">
              <a:buNone/>
            </a:pPr>
            <a:r>
              <a:rPr lang="en-US" sz="1300" b="1" dirty="0">
                <a:solidFill>
                  <a:srgbClr val="2B9EA2"/>
                </a:solidFill>
                <a:latin typeface="Trebuchet MS" pitchFamily="34" charset="0"/>
                <a:ea typeface="Trebuchet MS" pitchFamily="34" charset="-122"/>
                <a:cs typeface="Trebuchet MS" pitchFamily="34" charset="-120"/>
              </a:rPr>
              <a:t>Communication</a:t>
            </a:r>
            <a:endParaRPr lang="en-US" sz="1300" dirty="0"/>
          </a:p>
        </p:txBody>
      </p:sp>
      <p:sp>
        <p:nvSpPr>
          <p:cNvPr id="8" name="Text 5"/>
          <p:cNvSpPr/>
          <p:nvPr/>
        </p:nvSpPr>
        <p:spPr>
          <a:xfrm>
            <a:off x="1280160" y="1325880"/>
            <a:ext cx="71323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Explain a CVE to a VP in 30 seconds. Write a finding so a developer actually fixes it.</a:t>
            </a:r>
            <a:endParaRPr lang="en-US" sz="1050" dirty="0"/>
          </a:p>
        </p:txBody>
      </p:sp>
      <p:sp>
        <p:nvSpPr>
          <p:cNvPr id="9" name="Shape 6"/>
          <p:cNvSpPr/>
          <p:nvPr/>
        </p:nvSpPr>
        <p:spPr>
          <a:xfrm>
            <a:off x="548640" y="1783080"/>
            <a:ext cx="8046720" cy="685800"/>
          </a:xfrm>
          <a:prstGeom prst="rect">
            <a:avLst/>
          </a:prstGeom>
          <a:solidFill>
            <a:srgbClr val="182635"/>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31520" y="1920240"/>
            <a:ext cx="365760" cy="365760"/>
          </a:xfrm>
          <a:prstGeom prst="rect">
            <a:avLst/>
          </a:prstGeom>
        </p:spPr>
      </p:pic>
      <p:sp>
        <p:nvSpPr>
          <p:cNvPr id="11" name="Text 7"/>
          <p:cNvSpPr/>
          <p:nvPr/>
        </p:nvSpPr>
        <p:spPr>
          <a:xfrm>
            <a:off x="1280160" y="1828800"/>
            <a:ext cx="2286000" cy="274320"/>
          </a:xfrm>
          <a:prstGeom prst="rect">
            <a:avLst/>
          </a:prstGeom>
          <a:noFill/>
          <a:ln/>
        </p:spPr>
        <p:txBody>
          <a:bodyPr wrap="square" lIns="0" tIns="0" rIns="0" bIns="0" rtlCol="0" anchor="ctr"/>
          <a:lstStyle/>
          <a:p>
            <a:pPr marL="0" indent="0">
              <a:buNone/>
            </a:pPr>
            <a:r>
              <a:rPr lang="en-US" sz="1300" b="1" dirty="0">
                <a:solidFill>
                  <a:srgbClr val="E8553D"/>
                </a:solidFill>
                <a:latin typeface="Trebuchet MS" pitchFamily="34" charset="0"/>
                <a:ea typeface="Trebuchet MS" pitchFamily="34" charset="-122"/>
                <a:cs typeface="Trebuchet MS" pitchFamily="34" charset="-120"/>
              </a:rPr>
              <a:t>Critical Thinking</a:t>
            </a:r>
            <a:endParaRPr lang="en-US" sz="1300" dirty="0"/>
          </a:p>
        </p:txBody>
      </p:sp>
      <p:sp>
        <p:nvSpPr>
          <p:cNvPr id="12" name="Text 8"/>
          <p:cNvSpPr/>
          <p:nvPr/>
        </p:nvSpPr>
        <p:spPr>
          <a:xfrm>
            <a:off x="1280160" y="2103120"/>
            <a:ext cx="71323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Don't blindly accept AI output. Question assumptions. Validate evidence. This is your superpower.</a:t>
            </a:r>
            <a:endParaRPr lang="en-US" sz="1050" dirty="0"/>
          </a:p>
        </p:txBody>
      </p:sp>
      <p:sp>
        <p:nvSpPr>
          <p:cNvPr id="13" name="Shape 9"/>
          <p:cNvSpPr/>
          <p:nvPr/>
        </p:nvSpPr>
        <p:spPr>
          <a:xfrm>
            <a:off x="548640" y="2560320"/>
            <a:ext cx="8046720" cy="685800"/>
          </a:xfrm>
          <a:prstGeom prst="rect">
            <a:avLst/>
          </a:prstGeom>
          <a:solidFill>
            <a:srgbClr val="182635"/>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731520" y="2697480"/>
            <a:ext cx="365760" cy="365760"/>
          </a:xfrm>
          <a:prstGeom prst="rect">
            <a:avLst/>
          </a:prstGeom>
        </p:spPr>
      </p:pic>
      <p:sp>
        <p:nvSpPr>
          <p:cNvPr id="15" name="Text 10"/>
          <p:cNvSpPr/>
          <p:nvPr/>
        </p:nvSpPr>
        <p:spPr>
          <a:xfrm>
            <a:off x="1280160" y="2606040"/>
            <a:ext cx="2286000" cy="274320"/>
          </a:xfrm>
          <a:prstGeom prst="rect">
            <a:avLst/>
          </a:prstGeom>
          <a:noFill/>
          <a:ln/>
        </p:spPr>
        <p:txBody>
          <a:bodyPr wrap="square" lIns="0" tIns="0" rIns="0" bIns="0" rtlCol="0" anchor="ctr"/>
          <a:lstStyle/>
          <a:p>
            <a:pPr marL="0" indent="0">
              <a:buNone/>
            </a:pPr>
            <a:r>
              <a:rPr lang="en-US" sz="1300" b="1" dirty="0">
                <a:solidFill>
                  <a:srgbClr val="F7B267"/>
                </a:solidFill>
                <a:latin typeface="Trebuchet MS" pitchFamily="34" charset="0"/>
                <a:ea typeface="Trebuchet MS" pitchFamily="34" charset="-122"/>
                <a:cs typeface="Trebuchet MS" pitchFamily="34" charset="-120"/>
              </a:rPr>
              <a:t>Business Context</a:t>
            </a:r>
            <a:endParaRPr lang="en-US" sz="1300" dirty="0"/>
          </a:p>
        </p:txBody>
      </p:sp>
      <p:sp>
        <p:nvSpPr>
          <p:cNvPr id="16" name="Text 11"/>
          <p:cNvSpPr/>
          <p:nvPr/>
        </p:nvSpPr>
        <p:spPr>
          <a:xfrm>
            <a:off x="1280160" y="2880360"/>
            <a:ext cx="71323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Know what the company does, how it makes money, and which systems matter most. Security exists to protect the mission.</a:t>
            </a:r>
            <a:endParaRPr lang="en-US" sz="1050" dirty="0"/>
          </a:p>
        </p:txBody>
      </p:sp>
      <p:sp>
        <p:nvSpPr>
          <p:cNvPr id="17" name="Shape 12"/>
          <p:cNvSpPr/>
          <p:nvPr/>
        </p:nvSpPr>
        <p:spPr>
          <a:xfrm>
            <a:off x="548640" y="3337560"/>
            <a:ext cx="8046720" cy="685800"/>
          </a:xfrm>
          <a:prstGeom prst="rect">
            <a:avLst/>
          </a:prstGeom>
          <a:solidFill>
            <a:srgbClr val="182635"/>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731520" y="3474720"/>
            <a:ext cx="365760" cy="365760"/>
          </a:xfrm>
          <a:prstGeom prst="rect">
            <a:avLst/>
          </a:prstGeom>
        </p:spPr>
      </p:pic>
      <p:sp>
        <p:nvSpPr>
          <p:cNvPr id="19" name="Text 13"/>
          <p:cNvSpPr/>
          <p:nvPr/>
        </p:nvSpPr>
        <p:spPr>
          <a:xfrm>
            <a:off x="1280160" y="3383280"/>
            <a:ext cx="2286000" cy="274320"/>
          </a:xfrm>
          <a:prstGeom prst="rect">
            <a:avLst/>
          </a:prstGeom>
          <a:noFill/>
          <a:ln/>
        </p:spPr>
        <p:txBody>
          <a:bodyPr wrap="square" lIns="0" tIns="0" rIns="0" bIns="0" rtlCol="0" anchor="ctr"/>
          <a:lstStyle/>
          <a:p>
            <a:pPr marL="0" indent="0">
              <a:buNone/>
            </a:pPr>
            <a:r>
              <a:rPr lang="en-US" sz="1300" b="1" dirty="0">
                <a:solidFill>
                  <a:srgbClr val="38A169"/>
                </a:solidFill>
                <a:latin typeface="Trebuchet MS" pitchFamily="34" charset="0"/>
                <a:ea typeface="Trebuchet MS" pitchFamily="34" charset="-122"/>
                <a:cs typeface="Trebuchet MS" pitchFamily="34" charset="-120"/>
              </a:rPr>
              <a:t>Collaboration</a:t>
            </a:r>
            <a:endParaRPr lang="en-US" sz="1300" dirty="0"/>
          </a:p>
        </p:txBody>
      </p:sp>
      <p:sp>
        <p:nvSpPr>
          <p:cNvPr id="20" name="Text 14"/>
          <p:cNvSpPr/>
          <p:nvPr/>
        </p:nvSpPr>
        <p:spPr>
          <a:xfrm>
            <a:off x="1280160" y="3657600"/>
            <a:ext cx="71323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Security is a team sport. You'll work with developers, legal, HR, executives. Learn to influence without authority.</a:t>
            </a:r>
            <a:endParaRPr lang="en-US" sz="1050" dirty="0"/>
          </a:p>
        </p:txBody>
      </p:sp>
      <p:sp>
        <p:nvSpPr>
          <p:cNvPr id="21" name="Shape 15"/>
          <p:cNvSpPr/>
          <p:nvPr/>
        </p:nvSpPr>
        <p:spPr>
          <a:xfrm>
            <a:off x="548640" y="4114800"/>
            <a:ext cx="8046720" cy="685800"/>
          </a:xfrm>
          <a:prstGeom prst="rect">
            <a:avLst/>
          </a:prstGeom>
          <a:solidFill>
            <a:srgbClr val="182635"/>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731520" y="4251960"/>
            <a:ext cx="365760" cy="365760"/>
          </a:xfrm>
          <a:prstGeom prst="rect">
            <a:avLst/>
          </a:prstGeom>
        </p:spPr>
      </p:pic>
      <p:sp>
        <p:nvSpPr>
          <p:cNvPr id="23" name="Text 16"/>
          <p:cNvSpPr/>
          <p:nvPr/>
        </p:nvSpPr>
        <p:spPr>
          <a:xfrm>
            <a:off x="1280160" y="4160520"/>
            <a:ext cx="2286000" cy="274320"/>
          </a:xfrm>
          <a:prstGeom prst="rect">
            <a:avLst/>
          </a:prstGeom>
          <a:noFill/>
          <a:ln/>
        </p:spPr>
        <p:txBody>
          <a:bodyPr wrap="square" lIns="0" tIns="0" rIns="0" bIns="0" rtlCol="0" anchor="ctr"/>
          <a:lstStyle/>
          <a:p>
            <a:pPr marL="0" indent="0">
              <a:buNone/>
            </a:pPr>
            <a:r>
              <a:rPr lang="en-US" sz="1300" b="1" dirty="0">
                <a:solidFill>
                  <a:srgbClr val="C4B5FD"/>
                </a:solidFill>
                <a:latin typeface="Trebuchet MS" pitchFamily="34" charset="0"/>
                <a:ea typeface="Trebuchet MS" pitchFamily="34" charset="-122"/>
                <a:cs typeface="Trebuchet MS" pitchFamily="34" charset="-120"/>
              </a:rPr>
              <a:t>Adaptability</a:t>
            </a:r>
            <a:endParaRPr lang="en-US" sz="1300" dirty="0"/>
          </a:p>
        </p:txBody>
      </p:sp>
      <p:sp>
        <p:nvSpPr>
          <p:cNvPr id="24" name="Text 17"/>
          <p:cNvSpPr/>
          <p:nvPr/>
        </p:nvSpPr>
        <p:spPr>
          <a:xfrm>
            <a:off x="1280160" y="4434840"/>
            <a:ext cx="7132320" cy="32004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The tooling you learn today will be different in 2 years. The ability to learn fast is the only permanent skill.</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3716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Resume Refactoring: Before &amp; After</a:t>
            </a:r>
            <a:endParaRPr lang="en-US" sz="2600" dirty="0"/>
          </a:p>
        </p:txBody>
      </p:sp>
      <p:sp>
        <p:nvSpPr>
          <p:cNvPr id="4" name="Text 2"/>
          <p:cNvSpPr/>
          <p:nvPr/>
        </p:nvSpPr>
        <p:spPr>
          <a:xfrm>
            <a:off x="548640" y="594360"/>
            <a:ext cx="7315200" cy="228600"/>
          </a:xfrm>
          <a:prstGeom prst="rect">
            <a:avLst/>
          </a:prstGeom>
          <a:noFill/>
          <a:ln/>
        </p:spPr>
        <p:txBody>
          <a:bodyPr wrap="square" lIns="0" tIns="0" rIns="0" bIns="0" rtlCol="0" anchor="ctr"/>
          <a:lstStyle/>
          <a:p>
            <a:pPr marL="0" indent="0">
              <a:buNone/>
            </a:pPr>
            <a:r>
              <a:rPr lang="en-US" sz="1200" dirty="0">
                <a:solidFill>
                  <a:srgbClr val="F7B267"/>
                </a:solidFill>
                <a:latin typeface="Calibri" pitchFamily="34" charset="0"/>
                <a:ea typeface="Calibri" pitchFamily="34" charset="-122"/>
                <a:cs typeface="Calibri" pitchFamily="34" charset="-120"/>
              </a:rPr>
              <a:t>Every bullet point should answer: "So what? What was the impact?"</a:t>
            </a:r>
            <a:endParaRPr lang="en-US" sz="1200" dirty="0"/>
          </a:p>
        </p:txBody>
      </p:sp>
      <p:sp>
        <p:nvSpPr>
          <p:cNvPr id="5" name="Shape 3"/>
          <p:cNvSpPr/>
          <p:nvPr/>
        </p:nvSpPr>
        <p:spPr>
          <a:xfrm>
            <a:off x="548640" y="960120"/>
            <a:ext cx="8046720" cy="868680"/>
          </a:xfrm>
          <a:prstGeom prst="rect">
            <a:avLst/>
          </a:prstGeom>
          <a:solidFill>
            <a:srgbClr val="182635"/>
          </a:solidFill>
          <a:ln/>
        </p:spPr>
        <p:txBody>
          <a:bodyPr/>
          <a:lstStyle/>
          <a:p>
            <a:endParaRPr lang="en-US"/>
          </a:p>
        </p:txBody>
      </p:sp>
      <p:sp>
        <p:nvSpPr>
          <p:cNvPr id="6" name="Shape 4"/>
          <p:cNvSpPr/>
          <p:nvPr/>
        </p:nvSpPr>
        <p:spPr>
          <a:xfrm>
            <a:off x="548640" y="960120"/>
            <a:ext cx="45720" cy="868680"/>
          </a:xfrm>
          <a:prstGeom prst="rect">
            <a:avLst/>
          </a:prstGeom>
          <a:solidFill>
            <a:srgbClr val="3B82F6"/>
          </a:solidFill>
          <a:ln/>
        </p:spPr>
        <p:txBody>
          <a:bodyPr/>
          <a:lstStyle/>
          <a:p>
            <a:endParaRPr lang="en-US"/>
          </a:p>
        </p:txBody>
      </p:sp>
      <p:sp>
        <p:nvSpPr>
          <p:cNvPr id="7" name="Text 5"/>
          <p:cNvSpPr/>
          <p:nvPr/>
        </p:nvSpPr>
        <p:spPr>
          <a:xfrm>
            <a:off x="777240" y="1005840"/>
            <a:ext cx="1188720" cy="228600"/>
          </a:xfrm>
          <a:prstGeom prst="rect">
            <a:avLst/>
          </a:prstGeom>
          <a:noFill/>
          <a:ln/>
        </p:spPr>
        <p:txBody>
          <a:bodyPr wrap="square" lIns="0" tIns="0" rIns="0" bIns="0" rtlCol="0" anchor="ctr"/>
          <a:lstStyle/>
          <a:p>
            <a:pPr marL="0" indent="0">
              <a:buNone/>
            </a:pPr>
            <a:r>
              <a:rPr lang="en-US" sz="900" b="1" kern="0" spc="100" dirty="0">
                <a:solidFill>
                  <a:srgbClr val="3B82F6"/>
                </a:solidFill>
                <a:latin typeface="Trebuchet MS" pitchFamily="34" charset="0"/>
                <a:ea typeface="Trebuchet MS" pitchFamily="34" charset="-122"/>
                <a:cs typeface="Trebuchet MS" pitchFamily="34" charset="-120"/>
              </a:rPr>
              <a:t>DEFENDERS</a:t>
            </a:r>
            <a:endParaRPr lang="en-US" sz="900" dirty="0"/>
          </a:p>
        </p:txBody>
      </p:sp>
      <p:sp>
        <p:nvSpPr>
          <p:cNvPr id="8" name="Text 6"/>
          <p:cNvSpPr/>
          <p:nvPr/>
        </p:nvSpPr>
        <p:spPr>
          <a:xfrm>
            <a:off x="777240" y="1234440"/>
            <a:ext cx="640080" cy="228600"/>
          </a:xfrm>
          <a:prstGeom prst="rect">
            <a:avLst/>
          </a:prstGeom>
          <a:noFill/>
          <a:ln/>
        </p:spPr>
        <p:txBody>
          <a:bodyPr wrap="square" lIns="0" tIns="0" rIns="0" bIns="0" rtlCol="0" anchor="ctr"/>
          <a:lstStyle/>
          <a:p>
            <a:pPr marL="0" indent="0">
              <a:buNone/>
            </a:pPr>
            <a:r>
              <a:rPr lang="en-US" sz="1000" b="1" dirty="0">
                <a:solidFill>
                  <a:srgbClr val="E8553D"/>
                </a:solidFill>
                <a:latin typeface="Calibri" pitchFamily="34" charset="0"/>
                <a:ea typeface="Calibri" pitchFamily="34" charset="-122"/>
                <a:cs typeface="Calibri" pitchFamily="34" charset="-120"/>
              </a:rPr>
              <a:t>Before: </a:t>
            </a:r>
            <a:endParaRPr lang="en-US" sz="1000" dirty="0"/>
          </a:p>
        </p:txBody>
      </p:sp>
      <p:sp>
        <p:nvSpPr>
          <p:cNvPr id="9" name="Text 7"/>
          <p:cNvSpPr/>
          <p:nvPr/>
        </p:nvSpPr>
        <p:spPr>
          <a:xfrm>
            <a:off x="1417320" y="1234440"/>
            <a:ext cx="694944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Monitored security alerts</a:t>
            </a:r>
            <a:endParaRPr lang="en-US" sz="1000" dirty="0"/>
          </a:p>
        </p:txBody>
      </p:sp>
      <p:sp>
        <p:nvSpPr>
          <p:cNvPr id="10" name="Text 8"/>
          <p:cNvSpPr/>
          <p:nvPr/>
        </p:nvSpPr>
        <p:spPr>
          <a:xfrm>
            <a:off x="777240" y="1490472"/>
            <a:ext cx="640080" cy="228600"/>
          </a:xfrm>
          <a:prstGeom prst="rect">
            <a:avLst/>
          </a:prstGeom>
          <a:noFill/>
          <a:ln/>
        </p:spPr>
        <p:txBody>
          <a:bodyPr wrap="square" lIns="0" tIns="0" rIns="0" bIns="0" rtlCol="0" anchor="ctr"/>
          <a:lstStyle/>
          <a:p>
            <a:pPr marL="0" indent="0">
              <a:buNone/>
            </a:pPr>
            <a:r>
              <a:rPr lang="en-US" sz="1000" b="1" dirty="0">
                <a:solidFill>
                  <a:srgbClr val="38A169"/>
                </a:solidFill>
                <a:latin typeface="Calibri" pitchFamily="34" charset="0"/>
                <a:ea typeface="Calibri" pitchFamily="34" charset="-122"/>
                <a:cs typeface="Calibri" pitchFamily="34" charset="-120"/>
              </a:rPr>
              <a:t>After:   </a:t>
            </a:r>
            <a:endParaRPr lang="en-US" sz="1000" dirty="0"/>
          </a:p>
        </p:txBody>
      </p:sp>
      <p:sp>
        <p:nvSpPr>
          <p:cNvPr id="11" name="Text 9"/>
          <p:cNvSpPr/>
          <p:nvPr/>
        </p:nvSpPr>
        <p:spPr>
          <a:xfrm>
            <a:off x="1417320" y="1490472"/>
            <a:ext cx="694944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Monitored 500+ endpoints using CrowdStrike, escalating 15 incidents/week with 98% accuracy SLA</a:t>
            </a:r>
            <a:endParaRPr lang="en-US" sz="1000" dirty="0"/>
          </a:p>
        </p:txBody>
      </p:sp>
      <p:sp>
        <p:nvSpPr>
          <p:cNvPr id="12" name="Shape 10"/>
          <p:cNvSpPr/>
          <p:nvPr/>
        </p:nvSpPr>
        <p:spPr>
          <a:xfrm>
            <a:off x="548640" y="1947672"/>
            <a:ext cx="8046720" cy="868680"/>
          </a:xfrm>
          <a:prstGeom prst="rect">
            <a:avLst/>
          </a:prstGeom>
          <a:solidFill>
            <a:srgbClr val="182635"/>
          </a:solidFill>
          <a:ln/>
        </p:spPr>
        <p:txBody>
          <a:bodyPr/>
          <a:lstStyle/>
          <a:p>
            <a:endParaRPr lang="en-US"/>
          </a:p>
        </p:txBody>
      </p:sp>
      <p:sp>
        <p:nvSpPr>
          <p:cNvPr id="13" name="Shape 11"/>
          <p:cNvSpPr/>
          <p:nvPr/>
        </p:nvSpPr>
        <p:spPr>
          <a:xfrm>
            <a:off x="548640" y="1947672"/>
            <a:ext cx="45720" cy="868680"/>
          </a:xfrm>
          <a:prstGeom prst="rect">
            <a:avLst/>
          </a:prstGeom>
          <a:solidFill>
            <a:srgbClr val="2B9EA2"/>
          </a:solidFill>
          <a:ln/>
        </p:spPr>
        <p:txBody>
          <a:bodyPr/>
          <a:lstStyle/>
          <a:p>
            <a:endParaRPr lang="en-US"/>
          </a:p>
        </p:txBody>
      </p:sp>
      <p:sp>
        <p:nvSpPr>
          <p:cNvPr id="14" name="Text 12"/>
          <p:cNvSpPr/>
          <p:nvPr/>
        </p:nvSpPr>
        <p:spPr>
          <a:xfrm>
            <a:off x="777240" y="1993392"/>
            <a:ext cx="1188720" cy="228600"/>
          </a:xfrm>
          <a:prstGeom prst="rect">
            <a:avLst/>
          </a:prstGeom>
          <a:noFill/>
          <a:ln/>
        </p:spPr>
        <p:txBody>
          <a:bodyPr wrap="square" lIns="0" tIns="0" rIns="0" bIns="0" rtlCol="0" anchor="ctr"/>
          <a:lstStyle/>
          <a:p>
            <a:pPr marL="0" indent="0">
              <a:buNone/>
            </a:pPr>
            <a:r>
              <a:rPr lang="en-US" sz="900" b="1" kern="0" spc="100" dirty="0">
                <a:solidFill>
                  <a:srgbClr val="2B9EA2"/>
                </a:solidFill>
                <a:latin typeface="Trebuchet MS" pitchFamily="34" charset="0"/>
                <a:ea typeface="Trebuchet MS" pitchFamily="34" charset="-122"/>
                <a:cs typeface="Trebuchet MS" pitchFamily="34" charset="-120"/>
              </a:rPr>
              <a:t>BUILDERS</a:t>
            </a:r>
            <a:endParaRPr lang="en-US" sz="900" dirty="0"/>
          </a:p>
        </p:txBody>
      </p:sp>
      <p:sp>
        <p:nvSpPr>
          <p:cNvPr id="15" name="Text 13"/>
          <p:cNvSpPr/>
          <p:nvPr/>
        </p:nvSpPr>
        <p:spPr>
          <a:xfrm>
            <a:off x="777240" y="2221992"/>
            <a:ext cx="640080" cy="228600"/>
          </a:xfrm>
          <a:prstGeom prst="rect">
            <a:avLst/>
          </a:prstGeom>
          <a:noFill/>
          <a:ln/>
        </p:spPr>
        <p:txBody>
          <a:bodyPr wrap="square" lIns="0" tIns="0" rIns="0" bIns="0" rtlCol="0" anchor="ctr"/>
          <a:lstStyle/>
          <a:p>
            <a:pPr marL="0" indent="0">
              <a:buNone/>
            </a:pPr>
            <a:r>
              <a:rPr lang="en-US" sz="1000" b="1" dirty="0">
                <a:solidFill>
                  <a:srgbClr val="E8553D"/>
                </a:solidFill>
                <a:latin typeface="Calibri" pitchFamily="34" charset="0"/>
                <a:ea typeface="Calibri" pitchFamily="34" charset="-122"/>
                <a:cs typeface="Calibri" pitchFamily="34" charset="-120"/>
              </a:rPr>
              <a:t>Before: </a:t>
            </a:r>
            <a:endParaRPr lang="en-US" sz="1000" dirty="0"/>
          </a:p>
        </p:txBody>
      </p:sp>
      <p:sp>
        <p:nvSpPr>
          <p:cNvPr id="16" name="Text 14"/>
          <p:cNvSpPr/>
          <p:nvPr/>
        </p:nvSpPr>
        <p:spPr>
          <a:xfrm>
            <a:off x="1417320" y="2221992"/>
            <a:ext cx="694944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Worked on cloud security</a:t>
            </a:r>
            <a:endParaRPr lang="en-US" sz="1000" dirty="0"/>
          </a:p>
        </p:txBody>
      </p:sp>
      <p:sp>
        <p:nvSpPr>
          <p:cNvPr id="17" name="Text 15"/>
          <p:cNvSpPr/>
          <p:nvPr/>
        </p:nvSpPr>
        <p:spPr>
          <a:xfrm>
            <a:off x="777240" y="2478024"/>
            <a:ext cx="640080" cy="228600"/>
          </a:xfrm>
          <a:prstGeom prst="rect">
            <a:avLst/>
          </a:prstGeom>
          <a:noFill/>
          <a:ln/>
        </p:spPr>
        <p:txBody>
          <a:bodyPr wrap="square" lIns="0" tIns="0" rIns="0" bIns="0" rtlCol="0" anchor="ctr"/>
          <a:lstStyle/>
          <a:p>
            <a:pPr marL="0" indent="0">
              <a:buNone/>
            </a:pPr>
            <a:r>
              <a:rPr lang="en-US" sz="1000" b="1" dirty="0">
                <a:solidFill>
                  <a:srgbClr val="38A169"/>
                </a:solidFill>
                <a:latin typeface="Calibri" pitchFamily="34" charset="0"/>
                <a:ea typeface="Calibri" pitchFamily="34" charset="-122"/>
                <a:cs typeface="Calibri" pitchFamily="34" charset="-120"/>
              </a:rPr>
              <a:t>After:   </a:t>
            </a:r>
            <a:endParaRPr lang="en-US" sz="1000" dirty="0"/>
          </a:p>
        </p:txBody>
      </p:sp>
      <p:sp>
        <p:nvSpPr>
          <p:cNvPr id="18" name="Text 16"/>
          <p:cNvSpPr/>
          <p:nvPr/>
        </p:nvSpPr>
        <p:spPr>
          <a:xfrm>
            <a:off x="1417320" y="2478024"/>
            <a:ext cx="694944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Built Terraform modules with IAM guardrails deployed across 12 AWS accounts, reducing misconfigurations 40%</a:t>
            </a:r>
            <a:endParaRPr lang="en-US" sz="1000" dirty="0"/>
          </a:p>
        </p:txBody>
      </p:sp>
      <p:sp>
        <p:nvSpPr>
          <p:cNvPr id="19" name="Shape 17"/>
          <p:cNvSpPr/>
          <p:nvPr/>
        </p:nvSpPr>
        <p:spPr>
          <a:xfrm>
            <a:off x="548640" y="2935224"/>
            <a:ext cx="8046720" cy="868680"/>
          </a:xfrm>
          <a:prstGeom prst="rect">
            <a:avLst/>
          </a:prstGeom>
          <a:solidFill>
            <a:srgbClr val="182635"/>
          </a:solidFill>
          <a:ln/>
        </p:spPr>
        <p:txBody>
          <a:bodyPr/>
          <a:lstStyle/>
          <a:p>
            <a:endParaRPr lang="en-US"/>
          </a:p>
        </p:txBody>
      </p:sp>
      <p:sp>
        <p:nvSpPr>
          <p:cNvPr id="20" name="Shape 18"/>
          <p:cNvSpPr/>
          <p:nvPr/>
        </p:nvSpPr>
        <p:spPr>
          <a:xfrm>
            <a:off x="548640" y="2935224"/>
            <a:ext cx="45720" cy="868680"/>
          </a:xfrm>
          <a:prstGeom prst="rect">
            <a:avLst/>
          </a:prstGeom>
          <a:solidFill>
            <a:srgbClr val="E8553D"/>
          </a:solidFill>
          <a:ln/>
        </p:spPr>
        <p:txBody>
          <a:bodyPr/>
          <a:lstStyle/>
          <a:p>
            <a:endParaRPr lang="en-US"/>
          </a:p>
        </p:txBody>
      </p:sp>
      <p:sp>
        <p:nvSpPr>
          <p:cNvPr id="21" name="Text 19"/>
          <p:cNvSpPr/>
          <p:nvPr/>
        </p:nvSpPr>
        <p:spPr>
          <a:xfrm>
            <a:off x="777240" y="2980944"/>
            <a:ext cx="1188720" cy="228600"/>
          </a:xfrm>
          <a:prstGeom prst="rect">
            <a:avLst/>
          </a:prstGeom>
          <a:noFill/>
          <a:ln/>
        </p:spPr>
        <p:txBody>
          <a:bodyPr wrap="square" lIns="0" tIns="0" rIns="0" bIns="0" rtlCol="0" anchor="ctr"/>
          <a:lstStyle/>
          <a:p>
            <a:pPr marL="0" indent="0">
              <a:buNone/>
            </a:pPr>
            <a:r>
              <a:rPr lang="en-US" sz="900" b="1" kern="0" spc="100" dirty="0">
                <a:solidFill>
                  <a:srgbClr val="E8553D"/>
                </a:solidFill>
                <a:latin typeface="Trebuchet MS" pitchFamily="34" charset="0"/>
                <a:ea typeface="Trebuchet MS" pitchFamily="34" charset="-122"/>
                <a:cs typeface="Trebuchet MS" pitchFamily="34" charset="-120"/>
              </a:rPr>
              <a:t>BREAKERS</a:t>
            </a:r>
            <a:endParaRPr lang="en-US" sz="900" dirty="0"/>
          </a:p>
        </p:txBody>
      </p:sp>
      <p:sp>
        <p:nvSpPr>
          <p:cNvPr id="22" name="Text 20"/>
          <p:cNvSpPr/>
          <p:nvPr/>
        </p:nvSpPr>
        <p:spPr>
          <a:xfrm>
            <a:off x="777240" y="3209544"/>
            <a:ext cx="640080" cy="228600"/>
          </a:xfrm>
          <a:prstGeom prst="rect">
            <a:avLst/>
          </a:prstGeom>
          <a:noFill/>
          <a:ln/>
        </p:spPr>
        <p:txBody>
          <a:bodyPr wrap="square" lIns="0" tIns="0" rIns="0" bIns="0" rtlCol="0" anchor="ctr"/>
          <a:lstStyle/>
          <a:p>
            <a:pPr marL="0" indent="0">
              <a:buNone/>
            </a:pPr>
            <a:r>
              <a:rPr lang="en-US" sz="1000" b="1" dirty="0">
                <a:solidFill>
                  <a:srgbClr val="E8553D"/>
                </a:solidFill>
                <a:latin typeface="Calibri" pitchFamily="34" charset="0"/>
                <a:ea typeface="Calibri" pitchFamily="34" charset="-122"/>
                <a:cs typeface="Calibri" pitchFamily="34" charset="-120"/>
              </a:rPr>
              <a:t>Before: </a:t>
            </a:r>
            <a:endParaRPr lang="en-US" sz="1000" dirty="0"/>
          </a:p>
        </p:txBody>
      </p:sp>
      <p:sp>
        <p:nvSpPr>
          <p:cNvPr id="23" name="Text 21"/>
          <p:cNvSpPr/>
          <p:nvPr/>
        </p:nvSpPr>
        <p:spPr>
          <a:xfrm>
            <a:off x="1417320" y="3209544"/>
            <a:ext cx="694944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Did penetration testing</a:t>
            </a:r>
            <a:endParaRPr lang="en-US" sz="1000" dirty="0"/>
          </a:p>
        </p:txBody>
      </p:sp>
      <p:sp>
        <p:nvSpPr>
          <p:cNvPr id="24" name="Text 22"/>
          <p:cNvSpPr/>
          <p:nvPr/>
        </p:nvSpPr>
        <p:spPr>
          <a:xfrm>
            <a:off x="777240" y="3465576"/>
            <a:ext cx="640080" cy="228600"/>
          </a:xfrm>
          <a:prstGeom prst="rect">
            <a:avLst/>
          </a:prstGeom>
          <a:noFill/>
          <a:ln/>
        </p:spPr>
        <p:txBody>
          <a:bodyPr wrap="square" lIns="0" tIns="0" rIns="0" bIns="0" rtlCol="0" anchor="ctr"/>
          <a:lstStyle/>
          <a:p>
            <a:pPr marL="0" indent="0">
              <a:buNone/>
            </a:pPr>
            <a:r>
              <a:rPr lang="en-US" sz="1000" b="1" dirty="0">
                <a:solidFill>
                  <a:srgbClr val="38A169"/>
                </a:solidFill>
                <a:latin typeface="Calibri" pitchFamily="34" charset="0"/>
                <a:ea typeface="Calibri" pitchFamily="34" charset="-122"/>
                <a:cs typeface="Calibri" pitchFamily="34" charset="-120"/>
              </a:rPr>
              <a:t>After:   </a:t>
            </a:r>
            <a:endParaRPr lang="en-US" sz="1000" dirty="0"/>
          </a:p>
        </p:txBody>
      </p:sp>
      <p:sp>
        <p:nvSpPr>
          <p:cNvPr id="25" name="Text 23"/>
          <p:cNvSpPr/>
          <p:nvPr/>
        </p:nvSpPr>
        <p:spPr>
          <a:xfrm>
            <a:off x="1417320" y="3465576"/>
            <a:ext cx="694944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Conducted 15 external assessments in Q3, identifying 23 critical vulnerabilities and reducing remediation time 35%</a:t>
            </a:r>
            <a:endParaRPr lang="en-US" sz="1000" dirty="0"/>
          </a:p>
        </p:txBody>
      </p:sp>
      <p:sp>
        <p:nvSpPr>
          <p:cNvPr id="26" name="Shape 24"/>
          <p:cNvSpPr/>
          <p:nvPr/>
        </p:nvSpPr>
        <p:spPr>
          <a:xfrm>
            <a:off x="548640" y="3922776"/>
            <a:ext cx="8046720" cy="868680"/>
          </a:xfrm>
          <a:prstGeom prst="rect">
            <a:avLst/>
          </a:prstGeom>
          <a:solidFill>
            <a:srgbClr val="182635"/>
          </a:solidFill>
          <a:ln/>
        </p:spPr>
        <p:txBody>
          <a:bodyPr/>
          <a:lstStyle/>
          <a:p>
            <a:endParaRPr lang="en-US"/>
          </a:p>
        </p:txBody>
      </p:sp>
      <p:sp>
        <p:nvSpPr>
          <p:cNvPr id="27" name="Shape 25"/>
          <p:cNvSpPr/>
          <p:nvPr/>
        </p:nvSpPr>
        <p:spPr>
          <a:xfrm>
            <a:off x="548640" y="3922776"/>
            <a:ext cx="45720" cy="868680"/>
          </a:xfrm>
          <a:prstGeom prst="rect">
            <a:avLst/>
          </a:prstGeom>
          <a:solidFill>
            <a:srgbClr val="F7B267"/>
          </a:solidFill>
          <a:ln/>
        </p:spPr>
        <p:txBody>
          <a:bodyPr/>
          <a:lstStyle/>
          <a:p>
            <a:endParaRPr lang="en-US"/>
          </a:p>
        </p:txBody>
      </p:sp>
      <p:sp>
        <p:nvSpPr>
          <p:cNvPr id="28" name="Text 26"/>
          <p:cNvSpPr/>
          <p:nvPr/>
        </p:nvSpPr>
        <p:spPr>
          <a:xfrm>
            <a:off x="777240" y="3968496"/>
            <a:ext cx="1188720" cy="228600"/>
          </a:xfrm>
          <a:prstGeom prst="rect">
            <a:avLst/>
          </a:prstGeom>
          <a:noFill/>
          <a:ln/>
        </p:spPr>
        <p:txBody>
          <a:bodyPr wrap="square" lIns="0" tIns="0" rIns="0" bIns="0" rtlCol="0" anchor="ctr"/>
          <a:lstStyle/>
          <a:p>
            <a:pPr marL="0" indent="0">
              <a:buNone/>
            </a:pPr>
            <a:r>
              <a:rPr lang="en-US" sz="900" b="1" kern="0" spc="100" dirty="0">
                <a:solidFill>
                  <a:srgbClr val="F7B267"/>
                </a:solidFill>
                <a:latin typeface="Trebuchet MS" pitchFamily="34" charset="0"/>
                <a:ea typeface="Trebuchet MS" pitchFamily="34" charset="-122"/>
                <a:cs typeface="Trebuchet MS" pitchFamily="34" charset="-120"/>
              </a:rPr>
              <a:t>GOVERNORS</a:t>
            </a:r>
            <a:endParaRPr lang="en-US" sz="900" dirty="0"/>
          </a:p>
        </p:txBody>
      </p:sp>
      <p:sp>
        <p:nvSpPr>
          <p:cNvPr id="29" name="Text 27"/>
          <p:cNvSpPr/>
          <p:nvPr/>
        </p:nvSpPr>
        <p:spPr>
          <a:xfrm>
            <a:off x="777240" y="4197096"/>
            <a:ext cx="640080" cy="228600"/>
          </a:xfrm>
          <a:prstGeom prst="rect">
            <a:avLst/>
          </a:prstGeom>
          <a:noFill/>
          <a:ln/>
        </p:spPr>
        <p:txBody>
          <a:bodyPr wrap="square" lIns="0" tIns="0" rIns="0" bIns="0" rtlCol="0" anchor="ctr"/>
          <a:lstStyle/>
          <a:p>
            <a:pPr marL="0" indent="0">
              <a:buNone/>
            </a:pPr>
            <a:r>
              <a:rPr lang="en-US" sz="1000" b="1" dirty="0">
                <a:solidFill>
                  <a:srgbClr val="E8553D"/>
                </a:solidFill>
                <a:latin typeface="Calibri" pitchFamily="34" charset="0"/>
                <a:ea typeface="Calibri" pitchFamily="34" charset="-122"/>
                <a:cs typeface="Calibri" pitchFamily="34" charset="-120"/>
              </a:rPr>
              <a:t>Before: </a:t>
            </a:r>
            <a:endParaRPr lang="en-US" sz="1000" dirty="0"/>
          </a:p>
        </p:txBody>
      </p:sp>
      <p:sp>
        <p:nvSpPr>
          <p:cNvPr id="30" name="Text 28"/>
          <p:cNvSpPr/>
          <p:nvPr/>
        </p:nvSpPr>
        <p:spPr>
          <a:xfrm>
            <a:off x="1417320" y="4197096"/>
            <a:ext cx="694944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Helped with compliance</a:t>
            </a:r>
            <a:endParaRPr lang="en-US" sz="1000" dirty="0"/>
          </a:p>
        </p:txBody>
      </p:sp>
      <p:sp>
        <p:nvSpPr>
          <p:cNvPr id="31" name="Text 29"/>
          <p:cNvSpPr/>
          <p:nvPr/>
        </p:nvSpPr>
        <p:spPr>
          <a:xfrm>
            <a:off x="777240" y="4453128"/>
            <a:ext cx="640080" cy="228600"/>
          </a:xfrm>
          <a:prstGeom prst="rect">
            <a:avLst/>
          </a:prstGeom>
          <a:noFill/>
          <a:ln/>
        </p:spPr>
        <p:txBody>
          <a:bodyPr wrap="square" lIns="0" tIns="0" rIns="0" bIns="0" rtlCol="0" anchor="ctr"/>
          <a:lstStyle/>
          <a:p>
            <a:pPr marL="0" indent="0">
              <a:buNone/>
            </a:pPr>
            <a:r>
              <a:rPr lang="en-US" sz="1000" b="1" dirty="0">
                <a:solidFill>
                  <a:srgbClr val="38A169"/>
                </a:solidFill>
                <a:latin typeface="Calibri" pitchFamily="34" charset="0"/>
                <a:ea typeface="Calibri" pitchFamily="34" charset="-122"/>
                <a:cs typeface="Calibri" pitchFamily="34" charset="-120"/>
              </a:rPr>
              <a:t>After:   </a:t>
            </a:r>
            <a:endParaRPr lang="en-US" sz="1000" dirty="0"/>
          </a:p>
        </p:txBody>
      </p:sp>
      <p:sp>
        <p:nvSpPr>
          <p:cNvPr id="32" name="Text 30"/>
          <p:cNvSpPr/>
          <p:nvPr/>
        </p:nvSpPr>
        <p:spPr>
          <a:xfrm>
            <a:off x="1417320" y="4453128"/>
            <a:ext cx="694944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Led SOC 2 Type II evidence collection across 45 controls, achieving zero exceptions in annual audit</a:t>
            </a:r>
            <a:endParaRPr lang="en-US" sz="1000" dirty="0"/>
          </a:p>
        </p:txBody>
      </p:sp>
      <p:sp>
        <p:nvSpPr>
          <p:cNvPr id="33" name="Text 31"/>
          <p:cNvSpPr/>
          <p:nvPr/>
        </p:nvSpPr>
        <p:spPr>
          <a:xfrm>
            <a:off x="548640" y="4791456"/>
            <a:ext cx="8046720" cy="274320"/>
          </a:xfrm>
          <a:prstGeom prst="rect">
            <a:avLst/>
          </a:prstGeom>
          <a:noFill/>
          <a:ln/>
        </p:spPr>
        <p:txBody>
          <a:bodyPr wrap="square" lIns="0" tIns="0" rIns="0" bIns="0" rtlCol="0" anchor="ctr"/>
          <a:lstStyle/>
          <a:p>
            <a:pPr marL="0" indent="0">
              <a:buNone/>
            </a:pPr>
            <a:r>
              <a:rPr lang="en-US" sz="1100" b="1" dirty="0">
                <a:solidFill>
                  <a:srgbClr val="2B9EA2"/>
                </a:solidFill>
                <a:latin typeface="Calibri" pitchFamily="34" charset="0"/>
                <a:ea typeface="Calibri" pitchFamily="34" charset="-122"/>
                <a:cs typeface="Calibri" pitchFamily="34" charset="-120"/>
              </a:rPr>
              <a:t>The pattern: Action Verb + Scope/Scale + Tool/Method + Quantified Result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1A2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Shape 1"/>
          <p:cNvSpPr/>
          <p:nvPr/>
        </p:nvSpPr>
        <p:spPr>
          <a:xfrm>
            <a:off x="457200" y="182880"/>
            <a:ext cx="1645920" cy="320040"/>
          </a:xfrm>
          <a:prstGeom prst="rect">
            <a:avLst/>
          </a:prstGeom>
          <a:solidFill>
            <a:srgbClr val="38A169"/>
          </a:solidFill>
          <a:ln/>
        </p:spPr>
        <p:txBody>
          <a:bodyPr/>
          <a:lstStyle/>
          <a:p>
            <a:endParaRPr lang="en-US"/>
          </a:p>
        </p:txBody>
      </p:sp>
      <p:sp>
        <p:nvSpPr>
          <p:cNvPr id="4" name="Text 2"/>
          <p:cNvSpPr/>
          <p:nvPr/>
        </p:nvSpPr>
        <p:spPr>
          <a:xfrm>
            <a:off x="457200" y="182880"/>
            <a:ext cx="1645920" cy="320040"/>
          </a:xfrm>
          <a:prstGeom prst="rect">
            <a:avLst/>
          </a:prstGeom>
          <a:noFill/>
          <a:ln/>
        </p:spPr>
        <p:txBody>
          <a:bodyPr wrap="square" rtlCol="0" anchor="ctr"/>
          <a:lstStyle/>
          <a:p>
            <a:pPr marL="0" indent="0" algn="ctr">
              <a:buNone/>
            </a:pPr>
            <a:r>
              <a:rPr lang="en-US" sz="1000" b="1" kern="0" spc="300" dirty="0">
                <a:solidFill>
                  <a:srgbClr val="FFFFFF"/>
                </a:solidFill>
                <a:latin typeface="Trebuchet MS" pitchFamily="34" charset="0"/>
                <a:ea typeface="Trebuchet MS" pitchFamily="34" charset="-122"/>
                <a:cs typeface="Trebuchet MS" pitchFamily="34" charset="-120"/>
              </a:rPr>
              <a:t>HANDS-ON</a:t>
            </a:r>
            <a:endParaRPr lang="en-US" sz="1000" dirty="0"/>
          </a:p>
        </p:txBody>
      </p:sp>
      <p:sp>
        <p:nvSpPr>
          <p:cNvPr id="5" name="Text 3"/>
          <p:cNvSpPr/>
          <p:nvPr/>
        </p:nvSpPr>
        <p:spPr>
          <a:xfrm>
            <a:off x="548640" y="640080"/>
            <a:ext cx="77724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Exercise 2: Live Resume Teardown</a:t>
            </a:r>
            <a:endParaRPr lang="en-US" sz="2800" dirty="0"/>
          </a:p>
        </p:txBody>
      </p:sp>
      <p:sp>
        <p:nvSpPr>
          <p:cNvPr id="6" name="Text 4"/>
          <p:cNvSpPr/>
          <p:nvPr/>
        </p:nvSpPr>
        <p:spPr>
          <a:xfrm>
            <a:off x="548640" y="1143000"/>
            <a:ext cx="7315200" cy="3200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25 minutes  |  This is where the real work happens.</a:t>
            </a:r>
            <a:endParaRPr lang="en-US" sz="1300" dirty="0"/>
          </a:p>
        </p:txBody>
      </p:sp>
      <p:sp>
        <p:nvSpPr>
          <p:cNvPr id="7" name="Shape 5"/>
          <p:cNvSpPr/>
          <p:nvPr/>
        </p:nvSpPr>
        <p:spPr>
          <a:xfrm>
            <a:off x="548640" y="1645920"/>
            <a:ext cx="3886200" cy="2011680"/>
          </a:xfrm>
          <a:prstGeom prst="rect">
            <a:avLst/>
          </a:prstGeom>
          <a:solidFill>
            <a:srgbClr val="1A3A1A"/>
          </a:solidFill>
          <a:ln/>
        </p:spPr>
        <p:txBody>
          <a:bodyPr/>
          <a:lstStyle/>
          <a:p>
            <a:endParaRPr lang="en-US"/>
          </a:p>
        </p:txBody>
      </p:sp>
      <p:sp>
        <p:nvSpPr>
          <p:cNvPr id="8" name="Text 6"/>
          <p:cNvSpPr/>
          <p:nvPr/>
        </p:nvSpPr>
        <p:spPr>
          <a:xfrm>
            <a:off x="731520" y="1737360"/>
            <a:ext cx="3474720" cy="320040"/>
          </a:xfrm>
          <a:prstGeom prst="rect">
            <a:avLst/>
          </a:prstGeom>
          <a:noFill/>
          <a:ln/>
        </p:spPr>
        <p:txBody>
          <a:bodyPr wrap="square" lIns="0" tIns="0" rIns="0" bIns="0" rtlCol="0" anchor="ctr"/>
          <a:lstStyle/>
          <a:p>
            <a:pPr marL="0" indent="0">
              <a:buNone/>
            </a:pPr>
            <a:r>
              <a:rPr lang="en-US" sz="1300" b="1" dirty="0">
                <a:solidFill>
                  <a:srgbClr val="38A169"/>
                </a:solidFill>
                <a:latin typeface="Trebuchet MS" pitchFamily="34" charset="0"/>
                <a:ea typeface="Trebuchet MS" pitchFamily="34" charset="-122"/>
                <a:cs typeface="Trebuchet MS" pitchFamily="34" charset="-120"/>
              </a:rPr>
              <a:t>Phase 1: Group Teardown (10 min)</a:t>
            </a:r>
            <a:endParaRPr lang="en-US" sz="1300" dirty="0"/>
          </a:p>
        </p:txBody>
      </p:sp>
      <p:sp>
        <p:nvSpPr>
          <p:cNvPr id="9" name="Text 7"/>
          <p:cNvSpPr/>
          <p:nvPr/>
        </p:nvSpPr>
        <p:spPr>
          <a:xfrm>
            <a:off x="731520" y="2103120"/>
            <a:ext cx="3520440" cy="1417320"/>
          </a:xfrm>
          <a:prstGeom prst="rect">
            <a:avLst/>
          </a:prstGeom>
          <a:noFill/>
          <a:ln/>
        </p:spPr>
        <p:txBody>
          <a:bodyPr wrap="square" rtlCol="0" anchor="ctr"/>
          <a:lstStyle/>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Volunteer resume on screen</a:t>
            </a:r>
            <a:endParaRPr lang="en-US" sz="1100" dirty="0"/>
          </a:p>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We'll score it on our rubric together:</a:t>
            </a:r>
            <a:endParaRPr lang="en-US" sz="1100" dirty="0"/>
          </a:p>
          <a:p>
            <a:pPr marL="685800" lvl="1" indent="-342900">
              <a:spcAft>
                <a:spcPts val="200"/>
              </a:spcAft>
              <a:buSzPct val="100000"/>
              <a:buChar char="•"/>
            </a:pPr>
            <a:r>
              <a:rPr lang="en-US" sz="1000" dirty="0">
                <a:solidFill>
                  <a:srgbClr val="CBD5E0"/>
                </a:solidFill>
                <a:latin typeface="Calibri" pitchFamily="34" charset="0"/>
                <a:ea typeface="Calibri" pitchFamily="34" charset="-122"/>
                <a:cs typeface="Calibri" pitchFamily="34" charset="-120"/>
              </a:rPr>
              <a:t>Does the summary name a target role?</a:t>
            </a:r>
            <a:endParaRPr lang="en-US" sz="1100" dirty="0"/>
          </a:p>
          <a:p>
            <a:pPr marL="685800" lvl="1" indent="-342900">
              <a:spcAft>
                <a:spcPts val="200"/>
              </a:spcAft>
              <a:buSzPct val="100000"/>
              <a:buChar char="•"/>
            </a:pPr>
            <a:r>
              <a:rPr lang="en-US" sz="1000" dirty="0">
                <a:solidFill>
                  <a:srgbClr val="CBD5E0"/>
                </a:solidFill>
                <a:latin typeface="Calibri" pitchFamily="34" charset="0"/>
                <a:ea typeface="Calibri" pitchFamily="34" charset="-122"/>
                <a:cs typeface="Calibri" pitchFamily="34" charset="-120"/>
              </a:rPr>
              <a:t>Are tools listed prominently?</a:t>
            </a:r>
            <a:endParaRPr lang="en-US" sz="1100" dirty="0"/>
          </a:p>
          <a:p>
            <a:pPr marL="685800" lvl="1" indent="-342900">
              <a:spcAft>
                <a:spcPts val="200"/>
              </a:spcAft>
              <a:buSzPct val="100000"/>
              <a:buChar char="•"/>
            </a:pPr>
            <a:r>
              <a:rPr lang="en-US" sz="1000" dirty="0">
                <a:solidFill>
                  <a:srgbClr val="CBD5E0"/>
                </a:solidFill>
                <a:latin typeface="Calibri" pitchFamily="34" charset="0"/>
                <a:ea typeface="Calibri" pitchFamily="34" charset="-122"/>
                <a:cs typeface="Calibri" pitchFamily="34" charset="-120"/>
              </a:rPr>
              <a:t>Do bullets use impact framing?</a:t>
            </a:r>
            <a:endParaRPr lang="en-US" sz="1100" dirty="0"/>
          </a:p>
          <a:p>
            <a:pPr marL="685800" lvl="1" indent="-342900">
              <a:spcAft>
                <a:spcPts val="200"/>
              </a:spcAft>
              <a:buSzPct val="100000"/>
              <a:buChar char="•"/>
            </a:pPr>
            <a:r>
              <a:rPr lang="en-US" sz="1000" dirty="0">
                <a:solidFill>
                  <a:srgbClr val="CBD5E0"/>
                </a:solidFill>
                <a:latin typeface="Calibri" pitchFamily="34" charset="0"/>
                <a:ea typeface="Calibri" pitchFamily="34" charset="-122"/>
                <a:cs typeface="Calibri" pitchFamily="34" charset="-120"/>
              </a:rPr>
              <a:t>Is it ATS-friendly (single column, no graphics)?</a:t>
            </a:r>
            <a:endParaRPr lang="en-US" sz="1100" dirty="0"/>
          </a:p>
        </p:txBody>
      </p:sp>
      <p:sp>
        <p:nvSpPr>
          <p:cNvPr id="10" name="Shape 8"/>
          <p:cNvSpPr/>
          <p:nvPr/>
        </p:nvSpPr>
        <p:spPr>
          <a:xfrm>
            <a:off x="4709160" y="1645920"/>
            <a:ext cx="3886200" cy="2011680"/>
          </a:xfrm>
          <a:prstGeom prst="rect">
            <a:avLst/>
          </a:prstGeom>
          <a:solidFill>
            <a:srgbClr val="1A3A1A"/>
          </a:solidFill>
          <a:ln/>
        </p:spPr>
        <p:txBody>
          <a:bodyPr/>
          <a:lstStyle/>
          <a:p>
            <a:endParaRPr lang="en-US"/>
          </a:p>
        </p:txBody>
      </p:sp>
      <p:sp>
        <p:nvSpPr>
          <p:cNvPr id="11" name="Text 9"/>
          <p:cNvSpPr/>
          <p:nvPr/>
        </p:nvSpPr>
        <p:spPr>
          <a:xfrm>
            <a:off x="4892040" y="1737360"/>
            <a:ext cx="3474720" cy="320040"/>
          </a:xfrm>
          <a:prstGeom prst="rect">
            <a:avLst/>
          </a:prstGeom>
          <a:noFill/>
          <a:ln/>
        </p:spPr>
        <p:txBody>
          <a:bodyPr wrap="square" lIns="0" tIns="0" rIns="0" bIns="0" rtlCol="0" anchor="ctr"/>
          <a:lstStyle/>
          <a:p>
            <a:pPr marL="0" indent="0">
              <a:buNone/>
            </a:pPr>
            <a:r>
              <a:rPr lang="en-US" sz="1300" b="1" dirty="0">
                <a:solidFill>
                  <a:srgbClr val="38A169"/>
                </a:solidFill>
                <a:latin typeface="Trebuchet MS" pitchFamily="34" charset="0"/>
                <a:ea typeface="Trebuchet MS" pitchFamily="34" charset="-122"/>
                <a:cs typeface="Trebuchet MS" pitchFamily="34" charset="-120"/>
              </a:rPr>
              <a:t>Phase 2: Peer Review (15 min)</a:t>
            </a:r>
            <a:endParaRPr lang="en-US" sz="1300" dirty="0"/>
          </a:p>
        </p:txBody>
      </p:sp>
      <p:sp>
        <p:nvSpPr>
          <p:cNvPr id="12" name="Text 10"/>
          <p:cNvSpPr/>
          <p:nvPr/>
        </p:nvSpPr>
        <p:spPr>
          <a:xfrm>
            <a:off x="4892040" y="2103120"/>
            <a:ext cx="3520440" cy="1417320"/>
          </a:xfrm>
          <a:prstGeom prst="rect">
            <a:avLst/>
          </a:prstGeom>
          <a:noFill/>
          <a:ln/>
        </p:spPr>
        <p:txBody>
          <a:bodyPr wrap="square" rtlCol="0" anchor="ctr"/>
          <a:lstStyle/>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Pair up with someone nearby</a:t>
            </a:r>
            <a:endParaRPr lang="en-US" sz="1100" dirty="0"/>
          </a:p>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Pull up your resume on your phone/laptop</a:t>
            </a:r>
            <a:endParaRPr lang="en-US" sz="1100" dirty="0"/>
          </a:p>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4 min reading, 4 min discussing each</a:t>
            </a:r>
            <a:endParaRPr lang="en-US" sz="1100" dirty="0"/>
          </a:p>
          <a:p>
            <a:pPr marL="342900" indent="-342900">
              <a:spcAft>
                <a:spcPts val="200"/>
              </a:spcAft>
              <a:buSzPct val="100000"/>
              <a:buChar char="•"/>
            </a:pPr>
            <a:r>
              <a:rPr lang="en-US" sz="1100" dirty="0">
                <a:solidFill>
                  <a:srgbClr val="CBD5E0"/>
                </a:solidFill>
                <a:latin typeface="Calibri" pitchFamily="34" charset="0"/>
                <a:ea typeface="Calibri" pitchFamily="34" charset="-122"/>
                <a:cs typeface="Calibri" pitchFamily="34" charset="-120"/>
              </a:rPr>
              <a:t>Answer for each other:</a:t>
            </a:r>
            <a:endParaRPr lang="en-US" sz="1100" dirty="0"/>
          </a:p>
          <a:p>
            <a:pPr marL="0" lvl="1" indent="0">
              <a:spcAft>
                <a:spcPts val="200"/>
              </a:spcAft>
              <a:buNone/>
            </a:pPr>
            <a:r>
              <a:rPr lang="en-US" sz="1000" dirty="0">
                <a:solidFill>
                  <a:srgbClr val="F7B267"/>
                </a:solidFill>
                <a:latin typeface="Calibri" pitchFamily="34" charset="0"/>
                <a:ea typeface="Calibri" pitchFamily="34" charset="-122"/>
                <a:cs typeface="Calibri" pitchFamily="34" charset="-120"/>
              </a:rPr>
              <a:t>1. What role does this person seem to be targeting?</a:t>
            </a:r>
            <a:endParaRPr lang="en-US" sz="1100" dirty="0"/>
          </a:p>
          <a:p>
            <a:pPr marL="0" lvl="1" indent="0">
              <a:spcAft>
                <a:spcPts val="200"/>
              </a:spcAft>
              <a:buNone/>
            </a:pPr>
            <a:r>
              <a:rPr lang="en-US" sz="1000" dirty="0">
                <a:solidFill>
                  <a:srgbClr val="F7B267"/>
                </a:solidFill>
                <a:latin typeface="Calibri" pitchFamily="34" charset="0"/>
                <a:ea typeface="Calibri" pitchFamily="34" charset="-122"/>
                <a:cs typeface="Calibri" pitchFamily="34" charset="-120"/>
              </a:rPr>
              <a:t>2. What's the strongest bullet?</a:t>
            </a:r>
            <a:endParaRPr lang="en-US" sz="1100" dirty="0"/>
          </a:p>
          <a:p>
            <a:pPr marL="0" lvl="1" indent="0">
              <a:spcAft>
                <a:spcPts val="200"/>
              </a:spcAft>
              <a:buNone/>
            </a:pPr>
            <a:r>
              <a:rPr lang="en-US" sz="1000" dirty="0">
                <a:solidFill>
                  <a:srgbClr val="F7B267"/>
                </a:solidFill>
                <a:latin typeface="Calibri" pitchFamily="34" charset="0"/>
                <a:ea typeface="Calibri" pitchFamily="34" charset="-122"/>
                <a:cs typeface="Calibri" pitchFamily="34" charset="-120"/>
              </a:rPr>
              <a:t>3. What could be improved?</a:t>
            </a:r>
            <a:endParaRPr lang="en-US" sz="1100" dirty="0"/>
          </a:p>
          <a:p>
            <a:pPr marL="0" lvl="1" indent="0">
              <a:spcAft>
                <a:spcPts val="200"/>
              </a:spcAft>
              <a:buNone/>
            </a:pPr>
            <a:r>
              <a:rPr lang="en-US" sz="1000" dirty="0">
                <a:solidFill>
                  <a:srgbClr val="F7B267"/>
                </a:solidFill>
                <a:latin typeface="Calibri" pitchFamily="34" charset="0"/>
                <a:ea typeface="Calibri" pitchFamily="34" charset="-122"/>
                <a:cs typeface="Calibri" pitchFamily="34" charset="-120"/>
              </a:rPr>
              <a:t>4. Is a skill or experience buried?</a:t>
            </a:r>
            <a:endParaRPr lang="en-US" sz="1100" dirty="0"/>
          </a:p>
        </p:txBody>
      </p:sp>
      <p:sp>
        <p:nvSpPr>
          <p:cNvPr id="13" name="Text 11"/>
          <p:cNvSpPr/>
          <p:nvPr/>
        </p:nvSpPr>
        <p:spPr>
          <a:xfrm>
            <a:off x="548640" y="3931920"/>
            <a:ext cx="8046720" cy="365760"/>
          </a:xfrm>
          <a:prstGeom prst="rect">
            <a:avLst/>
          </a:prstGeom>
          <a:noFill/>
          <a:ln/>
        </p:spPr>
        <p:txBody>
          <a:bodyPr wrap="square" lIns="0" tIns="0" rIns="0" bIns="0" rtlCol="0" anchor="ctr"/>
          <a:lstStyle/>
          <a:p>
            <a:pPr marL="0" indent="0">
              <a:buNone/>
            </a:pPr>
            <a:r>
              <a:rPr lang="en-US" sz="1150" dirty="0">
                <a:solidFill>
                  <a:srgbClr val="2B9EA2"/>
                </a:solidFill>
                <a:latin typeface="Calibri" pitchFamily="34" charset="0"/>
                <a:ea typeface="Calibri" pitchFamily="34" charset="-122"/>
                <a:cs typeface="Calibri" pitchFamily="34" charset="-120"/>
              </a:rPr>
              <a:t>No resume yet? That's OK. Pair with someone who has one and practice giving feedback. That's a skill too.</a:t>
            </a:r>
            <a:endParaRPr lang="en-US" sz="1150" dirty="0"/>
          </a:p>
        </p:txBody>
      </p:sp>
      <p:sp>
        <p:nvSpPr>
          <p:cNvPr id="14" name="Text 12"/>
          <p:cNvSpPr/>
          <p:nvPr/>
        </p:nvSpPr>
        <p:spPr>
          <a:xfrm>
            <a:off x="548640" y="4389120"/>
            <a:ext cx="8046720" cy="274320"/>
          </a:xfrm>
          <a:prstGeom prst="rect">
            <a:avLst/>
          </a:prstGeom>
          <a:noFill/>
          <a:ln/>
        </p:spPr>
        <p:txBody>
          <a:bodyPr wrap="square" lIns="0" tIns="0" rIns="0" bIns="0" rtlCol="0" anchor="ctr"/>
          <a:lstStyle/>
          <a:p>
            <a:pPr marL="0" indent="0">
              <a:buNone/>
            </a:pPr>
            <a:r>
              <a:rPr lang="en-US" sz="1100" i="1" dirty="0">
                <a:solidFill>
                  <a:srgbClr val="F7B267"/>
                </a:solidFill>
                <a:latin typeface="Calibri" pitchFamily="34" charset="0"/>
                <a:ea typeface="Calibri" pitchFamily="34" charset="-122"/>
                <a:cs typeface="Calibri" pitchFamily="34" charset="-120"/>
              </a:rPr>
              <a:t>If your resume says "Responsible for..." change it right now. Action verbs only.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Cracking the Interview</a:t>
            </a:r>
            <a:endParaRPr lang="en-US" sz="2800" dirty="0"/>
          </a:p>
        </p:txBody>
      </p:sp>
      <p:sp>
        <p:nvSpPr>
          <p:cNvPr id="4" name="Text 2"/>
          <p:cNvSpPr/>
          <p:nvPr/>
        </p:nvSpPr>
        <p:spPr>
          <a:xfrm>
            <a:off x="548640" y="594360"/>
            <a:ext cx="6400800" cy="274320"/>
          </a:xfrm>
          <a:prstGeom prst="rect">
            <a:avLst/>
          </a:prstGeom>
          <a:noFill/>
          <a:ln/>
        </p:spPr>
        <p:txBody>
          <a:bodyPr wrap="square" lIns="0" tIns="0" rIns="0" bIns="0" rtlCol="0" anchor="ctr"/>
          <a:lstStyle/>
          <a:p>
            <a:pPr marL="0" indent="0">
              <a:buNone/>
            </a:pPr>
            <a:r>
              <a:rPr lang="en-US" sz="1200" i="1" dirty="0">
                <a:solidFill>
                  <a:srgbClr val="F7B267"/>
                </a:solidFill>
                <a:latin typeface="Calibri" pitchFamily="34" charset="0"/>
                <a:ea typeface="Calibri" pitchFamily="34" charset="-122"/>
                <a:cs typeface="Calibri" pitchFamily="34" charset="-120"/>
              </a:rPr>
              <a:t>I hire people globally. This is exactly what I look for.</a:t>
            </a:r>
            <a:endParaRPr lang="en-US" sz="1200" dirty="0"/>
          </a:p>
        </p:txBody>
      </p:sp>
      <p:sp>
        <p:nvSpPr>
          <p:cNvPr id="5" name="Shape 3"/>
          <p:cNvSpPr/>
          <p:nvPr/>
        </p:nvSpPr>
        <p:spPr>
          <a:xfrm>
            <a:off x="548640" y="1005840"/>
            <a:ext cx="3886200" cy="3474720"/>
          </a:xfrm>
          <a:prstGeom prst="rect">
            <a:avLst/>
          </a:prstGeom>
          <a:solidFill>
            <a:srgbClr val="182635"/>
          </a:solidFill>
          <a:ln/>
        </p:spPr>
        <p:txBody>
          <a:bodyPr/>
          <a:lstStyle/>
          <a:p>
            <a:endParaRPr lang="en-US"/>
          </a:p>
        </p:txBody>
      </p:sp>
      <p:sp>
        <p:nvSpPr>
          <p:cNvPr id="6" name="Text 4"/>
          <p:cNvSpPr/>
          <p:nvPr/>
        </p:nvSpPr>
        <p:spPr>
          <a:xfrm>
            <a:off x="731520" y="1097280"/>
            <a:ext cx="3474720" cy="320040"/>
          </a:xfrm>
          <a:prstGeom prst="rect">
            <a:avLst/>
          </a:prstGeom>
          <a:noFill/>
          <a:ln/>
        </p:spPr>
        <p:txBody>
          <a:bodyPr wrap="square" lIns="0" tIns="0" rIns="0" bIns="0" rtlCol="0" anchor="ctr"/>
          <a:lstStyle/>
          <a:p>
            <a:pPr marL="0" indent="0">
              <a:buNone/>
            </a:pPr>
            <a:r>
              <a:rPr lang="en-US" sz="1400" b="1" dirty="0">
                <a:solidFill>
                  <a:srgbClr val="2B9EA2"/>
                </a:solidFill>
                <a:latin typeface="Trebuchet MS" pitchFamily="34" charset="0"/>
                <a:ea typeface="Trebuchet MS" pitchFamily="34" charset="-122"/>
                <a:cs typeface="Trebuchet MS" pitchFamily="34" charset="-120"/>
              </a:rPr>
              <a:t>Before the Interview</a:t>
            </a:r>
            <a:endParaRPr lang="en-US" sz="1400" dirty="0"/>
          </a:p>
        </p:txBody>
      </p:sp>
      <p:sp>
        <p:nvSpPr>
          <p:cNvPr id="7" name="Text 5"/>
          <p:cNvSpPr/>
          <p:nvPr/>
        </p:nvSpPr>
        <p:spPr>
          <a:xfrm>
            <a:off x="731520" y="1463040"/>
            <a:ext cx="3520440" cy="2286000"/>
          </a:xfrm>
          <a:prstGeom prst="rect">
            <a:avLst/>
          </a:prstGeom>
          <a:noFill/>
          <a:ln/>
        </p:spPr>
        <p:txBody>
          <a:bodyPr wrap="square" rtlCol="0" anchor="ctr"/>
          <a:lstStyle/>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Tailor your resume for EVERY application (Application Tracking system (ATS) keywords matter)</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Research the company's security posture (breaches, compliance, tech stack)</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Prepare 3 stories using STAR format (Situation, Task, Action, Result)</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Have questions ready that show you researched the role</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Single column resume, standard fonts, no graphics (ATS-friendly)</a:t>
            </a:r>
            <a:endParaRPr lang="en-US" sz="1100" dirty="0"/>
          </a:p>
        </p:txBody>
      </p:sp>
      <p:sp>
        <p:nvSpPr>
          <p:cNvPr id="8" name="Shape 6"/>
          <p:cNvSpPr/>
          <p:nvPr/>
        </p:nvSpPr>
        <p:spPr>
          <a:xfrm>
            <a:off x="4709160" y="1005840"/>
            <a:ext cx="3886200" cy="3474720"/>
          </a:xfrm>
          <a:prstGeom prst="rect">
            <a:avLst/>
          </a:prstGeom>
          <a:solidFill>
            <a:srgbClr val="182635"/>
          </a:solidFill>
          <a:ln/>
        </p:spPr>
        <p:txBody>
          <a:bodyPr/>
          <a:lstStyle/>
          <a:p>
            <a:endParaRPr lang="en-US"/>
          </a:p>
        </p:txBody>
      </p:sp>
      <p:sp>
        <p:nvSpPr>
          <p:cNvPr id="9" name="Text 7"/>
          <p:cNvSpPr/>
          <p:nvPr/>
        </p:nvSpPr>
        <p:spPr>
          <a:xfrm>
            <a:off x="4892040" y="1097280"/>
            <a:ext cx="3474720" cy="320040"/>
          </a:xfrm>
          <a:prstGeom prst="rect">
            <a:avLst/>
          </a:prstGeom>
          <a:noFill/>
          <a:ln/>
        </p:spPr>
        <p:txBody>
          <a:bodyPr wrap="square" lIns="0" tIns="0" rIns="0" bIns="0" rtlCol="0" anchor="ctr"/>
          <a:lstStyle/>
          <a:p>
            <a:pPr marL="0" indent="0">
              <a:buNone/>
            </a:pPr>
            <a:r>
              <a:rPr lang="en-US" sz="1400" b="1" dirty="0">
                <a:solidFill>
                  <a:srgbClr val="E8553D"/>
                </a:solidFill>
                <a:latin typeface="Trebuchet MS" pitchFamily="34" charset="0"/>
                <a:ea typeface="Trebuchet MS" pitchFamily="34" charset="-122"/>
                <a:cs typeface="Trebuchet MS" pitchFamily="34" charset="-120"/>
              </a:rPr>
              <a:t>During the Interview</a:t>
            </a:r>
            <a:endParaRPr lang="en-US" sz="1400" dirty="0"/>
          </a:p>
        </p:txBody>
      </p:sp>
      <p:sp>
        <p:nvSpPr>
          <p:cNvPr id="10" name="Text 8"/>
          <p:cNvSpPr/>
          <p:nvPr/>
        </p:nvSpPr>
        <p:spPr>
          <a:xfrm>
            <a:off x="4892040" y="1463040"/>
            <a:ext cx="3520440" cy="2286000"/>
          </a:xfrm>
          <a:prstGeom prst="rect">
            <a:avLst/>
          </a:prstGeom>
          <a:noFill/>
          <a:ln/>
        </p:spPr>
        <p:txBody>
          <a:bodyPr wrap="square" rtlCol="0" anchor="ctr"/>
          <a:lstStyle/>
          <a:p>
            <a:pPr marL="342900" indent="-342900">
              <a:spcAft>
                <a:spcPts val="500"/>
              </a:spcAft>
              <a:buSzPct val="100000"/>
              <a:buChar char="•"/>
            </a:pPr>
            <a:r>
              <a:rPr lang="en-US" sz="1100" dirty="0">
                <a:solidFill>
                  <a:srgbClr val="F7B267"/>
                </a:solidFill>
                <a:latin typeface="Calibri" pitchFamily="34" charset="0"/>
                <a:ea typeface="Calibri" pitchFamily="34" charset="-122"/>
                <a:cs typeface="Calibri" pitchFamily="34" charset="-120"/>
              </a:rPr>
              <a:t>Lead with enthusiasm. Energy &gt; perfection.</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"I don't know, but here's how I'd find out" &gt; making something up</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Show your thought process, not just answers</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AI rule: Never use AI during the interview</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Send a thank-you email within 24 hours (specific, not generic)</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Follow up once after 1 week. Then let go.</a:t>
            </a:r>
            <a:endParaRPr lang="en-US" sz="1100" dirty="0"/>
          </a:p>
        </p:txBody>
      </p:sp>
      <p:sp>
        <p:nvSpPr>
          <p:cNvPr id="11" name="Text 9"/>
          <p:cNvSpPr/>
          <p:nvPr/>
        </p:nvSpPr>
        <p:spPr>
          <a:xfrm>
            <a:off x="548640" y="4663440"/>
            <a:ext cx="8046720" cy="274320"/>
          </a:xfrm>
          <a:prstGeom prst="rect">
            <a:avLst/>
          </a:prstGeom>
          <a:noFill/>
          <a:ln/>
        </p:spPr>
        <p:txBody>
          <a:bodyPr wrap="square" lIns="0" tIns="0" rIns="0" bIns="0" rtlCol="0" anchor="ctr"/>
          <a:lstStyle/>
          <a:p>
            <a:pPr marL="0" indent="0" algn="ctr">
              <a:buNone/>
            </a:pPr>
            <a:r>
              <a:rPr lang="en-US" sz="1200" i="1" dirty="0">
                <a:solidFill>
                  <a:srgbClr val="E8553D"/>
                </a:solidFill>
                <a:latin typeface="Calibri" pitchFamily="34" charset="0"/>
                <a:ea typeface="Calibri" pitchFamily="34" charset="-122"/>
                <a:cs typeface="Calibri" pitchFamily="34" charset="-120"/>
              </a:rPr>
              <a:t>Run your own race. Control what you can. Go all in, then let go.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1A2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Shape 1"/>
          <p:cNvSpPr/>
          <p:nvPr/>
        </p:nvSpPr>
        <p:spPr>
          <a:xfrm>
            <a:off x="457200" y="182880"/>
            <a:ext cx="1645920" cy="320040"/>
          </a:xfrm>
          <a:prstGeom prst="rect">
            <a:avLst/>
          </a:prstGeom>
          <a:solidFill>
            <a:srgbClr val="38A169"/>
          </a:solidFill>
          <a:ln/>
        </p:spPr>
        <p:txBody>
          <a:bodyPr/>
          <a:lstStyle/>
          <a:p>
            <a:endParaRPr lang="en-US"/>
          </a:p>
        </p:txBody>
      </p:sp>
      <p:sp>
        <p:nvSpPr>
          <p:cNvPr id="4" name="Text 2"/>
          <p:cNvSpPr/>
          <p:nvPr/>
        </p:nvSpPr>
        <p:spPr>
          <a:xfrm>
            <a:off x="457200" y="182880"/>
            <a:ext cx="1645920" cy="320040"/>
          </a:xfrm>
          <a:prstGeom prst="rect">
            <a:avLst/>
          </a:prstGeom>
          <a:noFill/>
          <a:ln/>
        </p:spPr>
        <p:txBody>
          <a:bodyPr wrap="square" rtlCol="0" anchor="ctr"/>
          <a:lstStyle/>
          <a:p>
            <a:pPr marL="0" indent="0" algn="ctr">
              <a:buNone/>
            </a:pPr>
            <a:r>
              <a:rPr lang="en-US" sz="1000" b="1" kern="0" spc="300" dirty="0">
                <a:solidFill>
                  <a:srgbClr val="FFFFFF"/>
                </a:solidFill>
                <a:latin typeface="Trebuchet MS" pitchFamily="34" charset="0"/>
                <a:ea typeface="Trebuchet MS" pitchFamily="34" charset="-122"/>
                <a:cs typeface="Trebuchet MS" pitchFamily="34" charset="-120"/>
              </a:rPr>
              <a:t>HANDS-ON</a:t>
            </a:r>
            <a:endParaRPr lang="en-US" sz="1000" dirty="0"/>
          </a:p>
        </p:txBody>
      </p:sp>
      <p:sp>
        <p:nvSpPr>
          <p:cNvPr id="5" name="Text 3"/>
          <p:cNvSpPr/>
          <p:nvPr/>
        </p:nvSpPr>
        <p:spPr>
          <a:xfrm>
            <a:off x="548640" y="640080"/>
            <a:ext cx="77724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Exercise 3: LinkedIn Quick-Fire Audit</a:t>
            </a:r>
            <a:endParaRPr lang="en-US" sz="2800" dirty="0"/>
          </a:p>
        </p:txBody>
      </p:sp>
      <p:sp>
        <p:nvSpPr>
          <p:cNvPr id="6" name="Text 4"/>
          <p:cNvSpPr/>
          <p:nvPr/>
        </p:nvSpPr>
        <p:spPr>
          <a:xfrm>
            <a:off x="548640" y="1143000"/>
            <a:ext cx="7315200" cy="3200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10 minutes  |  Pull out your phone right now.</a:t>
            </a:r>
            <a:endParaRPr lang="en-US" sz="1300" dirty="0"/>
          </a:p>
        </p:txBody>
      </p:sp>
      <p:sp>
        <p:nvSpPr>
          <p:cNvPr id="7" name="Text 5"/>
          <p:cNvSpPr/>
          <p:nvPr/>
        </p:nvSpPr>
        <p:spPr>
          <a:xfrm>
            <a:off x="548640" y="1554480"/>
            <a:ext cx="3657600" cy="27432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Score yourself. Be honest.</a:t>
            </a:r>
            <a:endParaRPr lang="en-US" sz="1400" dirty="0"/>
          </a:p>
        </p:txBody>
      </p:sp>
      <p:sp>
        <p:nvSpPr>
          <p:cNvPr id="8" name="Shape 6"/>
          <p:cNvSpPr/>
          <p:nvPr/>
        </p:nvSpPr>
        <p:spPr>
          <a:xfrm>
            <a:off x="548640" y="1920240"/>
            <a:ext cx="274320" cy="228600"/>
          </a:xfrm>
          <a:prstGeom prst="rect">
            <a:avLst/>
          </a:prstGeom>
          <a:solidFill>
            <a:srgbClr val="182635"/>
          </a:solidFill>
          <a:ln/>
        </p:spPr>
        <p:txBody>
          <a:bodyPr/>
          <a:lstStyle/>
          <a:p>
            <a:endParaRPr lang="en-US"/>
          </a:p>
        </p:txBody>
      </p:sp>
      <p:sp>
        <p:nvSpPr>
          <p:cNvPr id="9" name="Text 7"/>
          <p:cNvSpPr/>
          <p:nvPr/>
        </p:nvSpPr>
        <p:spPr>
          <a:xfrm>
            <a:off x="548640" y="1920240"/>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1</a:t>
            </a:r>
            <a:endParaRPr lang="en-US" sz="900" dirty="0"/>
          </a:p>
        </p:txBody>
      </p:sp>
      <p:sp>
        <p:nvSpPr>
          <p:cNvPr id="10" name="Text 8"/>
          <p:cNvSpPr/>
          <p:nvPr/>
        </p:nvSpPr>
        <p:spPr>
          <a:xfrm>
            <a:off x="914400" y="1920240"/>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Professional headshot (not a crop from a party photo)</a:t>
            </a:r>
            <a:endParaRPr lang="en-US" sz="1050" dirty="0"/>
          </a:p>
        </p:txBody>
      </p:sp>
      <p:sp>
        <p:nvSpPr>
          <p:cNvPr id="11" name="Shape 9"/>
          <p:cNvSpPr/>
          <p:nvPr/>
        </p:nvSpPr>
        <p:spPr>
          <a:xfrm>
            <a:off x="548640" y="2212848"/>
            <a:ext cx="274320" cy="228600"/>
          </a:xfrm>
          <a:prstGeom prst="rect">
            <a:avLst/>
          </a:prstGeom>
          <a:solidFill>
            <a:srgbClr val="182635"/>
          </a:solidFill>
          <a:ln/>
        </p:spPr>
        <p:txBody>
          <a:bodyPr/>
          <a:lstStyle/>
          <a:p>
            <a:endParaRPr lang="en-US"/>
          </a:p>
        </p:txBody>
      </p:sp>
      <p:sp>
        <p:nvSpPr>
          <p:cNvPr id="12" name="Text 10"/>
          <p:cNvSpPr/>
          <p:nvPr/>
        </p:nvSpPr>
        <p:spPr>
          <a:xfrm>
            <a:off x="548640" y="2212848"/>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2</a:t>
            </a:r>
            <a:endParaRPr lang="en-US" sz="900" dirty="0"/>
          </a:p>
        </p:txBody>
      </p:sp>
      <p:sp>
        <p:nvSpPr>
          <p:cNvPr id="13" name="Text 11"/>
          <p:cNvSpPr/>
          <p:nvPr/>
        </p:nvSpPr>
        <p:spPr>
          <a:xfrm>
            <a:off x="914400" y="2212848"/>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Custom headline (not just "Student at ___")</a:t>
            </a:r>
            <a:endParaRPr lang="en-US" sz="1050" dirty="0"/>
          </a:p>
        </p:txBody>
      </p:sp>
      <p:sp>
        <p:nvSpPr>
          <p:cNvPr id="14" name="Shape 12"/>
          <p:cNvSpPr/>
          <p:nvPr/>
        </p:nvSpPr>
        <p:spPr>
          <a:xfrm>
            <a:off x="548640" y="2505456"/>
            <a:ext cx="274320" cy="228600"/>
          </a:xfrm>
          <a:prstGeom prst="rect">
            <a:avLst/>
          </a:prstGeom>
          <a:solidFill>
            <a:srgbClr val="182635"/>
          </a:solidFill>
          <a:ln/>
        </p:spPr>
        <p:txBody>
          <a:bodyPr/>
          <a:lstStyle/>
          <a:p>
            <a:endParaRPr lang="en-US"/>
          </a:p>
        </p:txBody>
      </p:sp>
      <p:sp>
        <p:nvSpPr>
          <p:cNvPr id="15" name="Text 13"/>
          <p:cNvSpPr/>
          <p:nvPr/>
        </p:nvSpPr>
        <p:spPr>
          <a:xfrm>
            <a:off x="548640" y="2505456"/>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3</a:t>
            </a:r>
            <a:endParaRPr lang="en-US" sz="900" dirty="0"/>
          </a:p>
        </p:txBody>
      </p:sp>
      <p:sp>
        <p:nvSpPr>
          <p:cNvPr id="16" name="Text 14"/>
          <p:cNvSpPr/>
          <p:nvPr/>
        </p:nvSpPr>
        <p:spPr>
          <a:xfrm>
            <a:off x="914400" y="2505456"/>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Banner image (free Canva templates work fine)</a:t>
            </a:r>
            <a:endParaRPr lang="en-US" sz="1050" dirty="0"/>
          </a:p>
        </p:txBody>
      </p:sp>
      <p:sp>
        <p:nvSpPr>
          <p:cNvPr id="17" name="Shape 15"/>
          <p:cNvSpPr/>
          <p:nvPr/>
        </p:nvSpPr>
        <p:spPr>
          <a:xfrm>
            <a:off x="548640" y="2798064"/>
            <a:ext cx="274320" cy="228600"/>
          </a:xfrm>
          <a:prstGeom prst="rect">
            <a:avLst/>
          </a:prstGeom>
          <a:solidFill>
            <a:srgbClr val="182635"/>
          </a:solidFill>
          <a:ln/>
        </p:spPr>
        <p:txBody>
          <a:bodyPr/>
          <a:lstStyle/>
          <a:p>
            <a:endParaRPr lang="en-US"/>
          </a:p>
        </p:txBody>
      </p:sp>
      <p:sp>
        <p:nvSpPr>
          <p:cNvPr id="18" name="Text 16"/>
          <p:cNvSpPr/>
          <p:nvPr/>
        </p:nvSpPr>
        <p:spPr>
          <a:xfrm>
            <a:off x="548640" y="2798064"/>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4</a:t>
            </a:r>
            <a:endParaRPr lang="en-US" sz="900" dirty="0"/>
          </a:p>
        </p:txBody>
      </p:sp>
      <p:sp>
        <p:nvSpPr>
          <p:cNvPr id="19" name="Text 17"/>
          <p:cNvSpPr/>
          <p:nvPr/>
        </p:nvSpPr>
        <p:spPr>
          <a:xfrm>
            <a:off x="914400" y="2798064"/>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About section filled in (3+ sentences about what you want to do)</a:t>
            </a:r>
            <a:endParaRPr lang="en-US" sz="1050" dirty="0"/>
          </a:p>
        </p:txBody>
      </p:sp>
      <p:sp>
        <p:nvSpPr>
          <p:cNvPr id="20" name="Shape 18"/>
          <p:cNvSpPr/>
          <p:nvPr/>
        </p:nvSpPr>
        <p:spPr>
          <a:xfrm>
            <a:off x="548640" y="3090672"/>
            <a:ext cx="274320" cy="228600"/>
          </a:xfrm>
          <a:prstGeom prst="rect">
            <a:avLst/>
          </a:prstGeom>
          <a:solidFill>
            <a:srgbClr val="182635"/>
          </a:solidFill>
          <a:ln/>
        </p:spPr>
        <p:txBody>
          <a:bodyPr/>
          <a:lstStyle/>
          <a:p>
            <a:endParaRPr lang="en-US"/>
          </a:p>
        </p:txBody>
      </p:sp>
      <p:sp>
        <p:nvSpPr>
          <p:cNvPr id="21" name="Text 19"/>
          <p:cNvSpPr/>
          <p:nvPr/>
        </p:nvSpPr>
        <p:spPr>
          <a:xfrm>
            <a:off x="548640" y="3090672"/>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5</a:t>
            </a:r>
            <a:endParaRPr lang="en-US" sz="900" dirty="0"/>
          </a:p>
        </p:txBody>
      </p:sp>
      <p:sp>
        <p:nvSpPr>
          <p:cNvPr id="22" name="Text 20"/>
          <p:cNvSpPr/>
          <p:nvPr/>
        </p:nvSpPr>
        <p:spPr>
          <a:xfrm>
            <a:off x="914400" y="3090672"/>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3+ cybersecurity-relevant skills listed</a:t>
            </a:r>
            <a:endParaRPr lang="en-US" sz="1050" dirty="0"/>
          </a:p>
        </p:txBody>
      </p:sp>
      <p:sp>
        <p:nvSpPr>
          <p:cNvPr id="23" name="Shape 21"/>
          <p:cNvSpPr/>
          <p:nvPr/>
        </p:nvSpPr>
        <p:spPr>
          <a:xfrm>
            <a:off x="4709160" y="1920240"/>
            <a:ext cx="274320" cy="228600"/>
          </a:xfrm>
          <a:prstGeom prst="rect">
            <a:avLst/>
          </a:prstGeom>
          <a:solidFill>
            <a:srgbClr val="182635"/>
          </a:solidFill>
          <a:ln/>
        </p:spPr>
        <p:txBody>
          <a:bodyPr/>
          <a:lstStyle/>
          <a:p>
            <a:endParaRPr lang="en-US"/>
          </a:p>
        </p:txBody>
      </p:sp>
      <p:sp>
        <p:nvSpPr>
          <p:cNvPr id="24" name="Text 22"/>
          <p:cNvSpPr/>
          <p:nvPr/>
        </p:nvSpPr>
        <p:spPr>
          <a:xfrm>
            <a:off x="4709160" y="1920240"/>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6</a:t>
            </a:r>
            <a:endParaRPr lang="en-US" sz="900" dirty="0"/>
          </a:p>
        </p:txBody>
      </p:sp>
      <p:sp>
        <p:nvSpPr>
          <p:cNvPr id="25" name="Text 23"/>
          <p:cNvSpPr/>
          <p:nvPr/>
        </p:nvSpPr>
        <p:spPr>
          <a:xfrm>
            <a:off x="5074920" y="1920240"/>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Education section completed</a:t>
            </a:r>
            <a:endParaRPr lang="en-US" sz="1050" dirty="0"/>
          </a:p>
        </p:txBody>
      </p:sp>
      <p:sp>
        <p:nvSpPr>
          <p:cNvPr id="26" name="Shape 24"/>
          <p:cNvSpPr/>
          <p:nvPr/>
        </p:nvSpPr>
        <p:spPr>
          <a:xfrm>
            <a:off x="4709160" y="2212848"/>
            <a:ext cx="274320" cy="228600"/>
          </a:xfrm>
          <a:prstGeom prst="rect">
            <a:avLst/>
          </a:prstGeom>
          <a:solidFill>
            <a:srgbClr val="182635"/>
          </a:solidFill>
          <a:ln/>
        </p:spPr>
        <p:txBody>
          <a:bodyPr/>
          <a:lstStyle/>
          <a:p>
            <a:endParaRPr lang="en-US"/>
          </a:p>
        </p:txBody>
      </p:sp>
      <p:sp>
        <p:nvSpPr>
          <p:cNvPr id="27" name="Text 25"/>
          <p:cNvSpPr/>
          <p:nvPr/>
        </p:nvSpPr>
        <p:spPr>
          <a:xfrm>
            <a:off x="4709160" y="2212848"/>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7</a:t>
            </a:r>
            <a:endParaRPr lang="en-US" sz="900" dirty="0"/>
          </a:p>
        </p:txBody>
      </p:sp>
      <p:sp>
        <p:nvSpPr>
          <p:cNvPr id="28" name="Text 26"/>
          <p:cNvSpPr/>
          <p:nvPr/>
        </p:nvSpPr>
        <p:spPr>
          <a:xfrm>
            <a:off x="5074920" y="2212848"/>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At least 1 experience or project listed</a:t>
            </a:r>
            <a:endParaRPr lang="en-US" sz="1050" dirty="0"/>
          </a:p>
        </p:txBody>
      </p:sp>
      <p:sp>
        <p:nvSpPr>
          <p:cNvPr id="29" name="Shape 27"/>
          <p:cNvSpPr/>
          <p:nvPr/>
        </p:nvSpPr>
        <p:spPr>
          <a:xfrm>
            <a:off x="4709160" y="2505456"/>
            <a:ext cx="274320" cy="228600"/>
          </a:xfrm>
          <a:prstGeom prst="rect">
            <a:avLst/>
          </a:prstGeom>
          <a:solidFill>
            <a:srgbClr val="182635"/>
          </a:solidFill>
          <a:ln/>
        </p:spPr>
        <p:txBody>
          <a:bodyPr/>
          <a:lstStyle/>
          <a:p>
            <a:endParaRPr lang="en-US"/>
          </a:p>
        </p:txBody>
      </p:sp>
      <p:sp>
        <p:nvSpPr>
          <p:cNvPr id="30" name="Text 28"/>
          <p:cNvSpPr/>
          <p:nvPr/>
        </p:nvSpPr>
        <p:spPr>
          <a:xfrm>
            <a:off x="4709160" y="2505456"/>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8</a:t>
            </a:r>
            <a:endParaRPr lang="en-US" sz="900" dirty="0"/>
          </a:p>
        </p:txBody>
      </p:sp>
      <p:sp>
        <p:nvSpPr>
          <p:cNvPr id="31" name="Text 29"/>
          <p:cNvSpPr/>
          <p:nvPr/>
        </p:nvSpPr>
        <p:spPr>
          <a:xfrm>
            <a:off x="5074920" y="2505456"/>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Customized URL (linkedin.com/in/yourname)</a:t>
            </a:r>
            <a:endParaRPr lang="en-US" sz="1050" dirty="0"/>
          </a:p>
        </p:txBody>
      </p:sp>
      <p:sp>
        <p:nvSpPr>
          <p:cNvPr id="32" name="Shape 30"/>
          <p:cNvSpPr/>
          <p:nvPr/>
        </p:nvSpPr>
        <p:spPr>
          <a:xfrm>
            <a:off x="4709160" y="2798064"/>
            <a:ext cx="274320" cy="228600"/>
          </a:xfrm>
          <a:prstGeom prst="rect">
            <a:avLst/>
          </a:prstGeom>
          <a:solidFill>
            <a:srgbClr val="182635"/>
          </a:solidFill>
          <a:ln/>
        </p:spPr>
        <p:txBody>
          <a:bodyPr/>
          <a:lstStyle/>
          <a:p>
            <a:endParaRPr lang="en-US"/>
          </a:p>
        </p:txBody>
      </p:sp>
      <p:sp>
        <p:nvSpPr>
          <p:cNvPr id="33" name="Text 31"/>
          <p:cNvSpPr/>
          <p:nvPr/>
        </p:nvSpPr>
        <p:spPr>
          <a:xfrm>
            <a:off x="4709160" y="2798064"/>
            <a:ext cx="27432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9</a:t>
            </a:r>
            <a:endParaRPr lang="en-US" sz="900" dirty="0"/>
          </a:p>
        </p:txBody>
      </p:sp>
      <p:sp>
        <p:nvSpPr>
          <p:cNvPr id="34" name="Text 32"/>
          <p:cNvSpPr/>
          <p:nvPr/>
        </p:nvSpPr>
        <p:spPr>
          <a:xfrm>
            <a:off x="5074920" y="2798064"/>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50+ connections</a:t>
            </a:r>
            <a:endParaRPr lang="en-US" sz="1050" dirty="0"/>
          </a:p>
        </p:txBody>
      </p:sp>
      <p:sp>
        <p:nvSpPr>
          <p:cNvPr id="35" name="Shape 33"/>
          <p:cNvSpPr/>
          <p:nvPr/>
        </p:nvSpPr>
        <p:spPr>
          <a:xfrm>
            <a:off x="4709160" y="3090672"/>
            <a:ext cx="274320" cy="228600"/>
          </a:xfrm>
          <a:prstGeom prst="rect">
            <a:avLst/>
          </a:prstGeom>
          <a:solidFill>
            <a:srgbClr val="182635"/>
          </a:solidFill>
          <a:ln/>
        </p:spPr>
        <p:txBody>
          <a:bodyPr/>
          <a:lstStyle/>
          <a:p>
            <a:endParaRPr lang="en-US"/>
          </a:p>
        </p:txBody>
      </p:sp>
      <p:sp>
        <p:nvSpPr>
          <p:cNvPr id="36" name="Text 34"/>
          <p:cNvSpPr/>
          <p:nvPr/>
        </p:nvSpPr>
        <p:spPr>
          <a:xfrm>
            <a:off x="4709160" y="3090672"/>
            <a:ext cx="365760" cy="228600"/>
          </a:xfrm>
          <a:prstGeom prst="rect">
            <a:avLst/>
          </a:prstGeom>
          <a:noFill/>
          <a:ln/>
        </p:spPr>
        <p:txBody>
          <a:bodyPr wrap="square" rtlCol="0" anchor="ctr"/>
          <a:lstStyle/>
          <a:p>
            <a:pPr marL="0" indent="0" algn="ctr">
              <a:buNone/>
            </a:pPr>
            <a:r>
              <a:rPr lang="en-US" sz="900" b="1" dirty="0">
                <a:solidFill>
                  <a:srgbClr val="2B9EA2"/>
                </a:solidFill>
                <a:latin typeface="Trebuchet MS" pitchFamily="34" charset="0"/>
                <a:ea typeface="Trebuchet MS" pitchFamily="34" charset="-122"/>
                <a:cs typeface="Trebuchet MS" pitchFamily="34" charset="-120"/>
              </a:rPr>
              <a:t>10</a:t>
            </a:r>
            <a:endParaRPr lang="en-US" sz="900" dirty="0"/>
          </a:p>
        </p:txBody>
      </p:sp>
      <p:sp>
        <p:nvSpPr>
          <p:cNvPr id="37" name="Text 35"/>
          <p:cNvSpPr/>
          <p:nvPr/>
        </p:nvSpPr>
        <p:spPr>
          <a:xfrm>
            <a:off x="5074920" y="3090672"/>
            <a:ext cx="3749040" cy="2286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Engaged with cybersecurity content in the last 30 days</a:t>
            </a:r>
            <a:endParaRPr lang="en-US" sz="1050" dirty="0"/>
          </a:p>
        </p:txBody>
      </p:sp>
      <p:sp>
        <p:nvSpPr>
          <p:cNvPr id="38" name="Shape 36"/>
          <p:cNvSpPr/>
          <p:nvPr/>
        </p:nvSpPr>
        <p:spPr>
          <a:xfrm>
            <a:off x="548640" y="3520440"/>
            <a:ext cx="8046720" cy="640080"/>
          </a:xfrm>
          <a:prstGeom prst="rect">
            <a:avLst/>
          </a:prstGeom>
          <a:solidFill>
            <a:srgbClr val="182635"/>
          </a:solidFill>
          <a:ln/>
        </p:spPr>
        <p:txBody>
          <a:bodyPr/>
          <a:lstStyle/>
          <a:p>
            <a:endParaRPr lang="en-US"/>
          </a:p>
        </p:txBody>
      </p:sp>
      <p:sp>
        <p:nvSpPr>
          <p:cNvPr id="39" name="Text 37"/>
          <p:cNvSpPr/>
          <p:nvPr/>
        </p:nvSpPr>
        <p:spPr>
          <a:xfrm>
            <a:off x="731520" y="3611880"/>
            <a:ext cx="7680960" cy="457200"/>
          </a:xfrm>
          <a:prstGeom prst="rect">
            <a:avLst/>
          </a:prstGeom>
          <a:noFill/>
          <a:ln/>
        </p:spPr>
        <p:txBody>
          <a:bodyPr wrap="square" rtlCol="0" anchor="ctr"/>
          <a:lstStyle/>
          <a:p>
            <a:pPr marL="0" indent="0">
              <a:buNone/>
            </a:pPr>
            <a:r>
              <a:rPr lang="en-US" sz="1200" b="1" dirty="0">
                <a:solidFill>
                  <a:srgbClr val="38A169"/>
                </a:solidFill>
                <a:latin typeface="Calibri" pitchFamily="34" charset="0"/>
                <a:ea typeface="Calibri" pitchFamily="34" charset="-122"/>
                <a:cs typeface="Calibri" pitchFamily="34" charset="-120"/>
              </a:rPr>
              <a:t>8-10: </a:t>
            </a:r>
            <a:r>
              <a:rPr lang="en-US" sz="1200" dirty="0">
                <a:solidFill>
                  <a:srgbClr val="CBD5E0"/>
                </a:solidFill>
                <a:latin typeface="Calibri" pitchFamily="34" charset="0"/>
                <a:ea typeface="Calibri" pitchFamily="34" charset="-122"/>
                <a:cs typeface="Calibri" pitchFamily="34" charset="-120"/>
              </a:rPr>
              <a:t>Solid. Help your partner.    </a:t>
            </a:r>
            <a:r>
              <a:rPr lang="en-US" sz="1200" b="1" dirty="0">
                <a:solidFill>
                  <a:srgbClr val="F7B267"/>
                </a:solidFill>
                <a:latin typeface="Calibri" pitchFamily="34" charset="0"/>
                <a:ea typeface="Calibri" pitchFamily="34" charset="-122"/>
                <a:cs typeface="Calibri" pitchFamily="34" charset="-120"/>
              </a:rPr>
              <a:t>5-7: </a:t>
            </a:r>
            <a:r>
              <a:rPr lang="en-US" sz="1200" dirty="0">
                <a:solidFill>
                  <a:srgbClr val="CBD5E0"/>
                </a:solidFill>
                <a:latin typeface="Calibri" pitchFamily="34" charset="0"/>
                <a:ea typeface="Calibri" pitchFamily="34" charset="-122"/>
                <a:cs typeface="Calibri" pitchFamily="34" charset="-120"/>
              </a:rPr>
              <a:t>Decent. Fix 2 things today.    </a:t>
            </a:r>
            <a:r>
              <a:rPr lang="en-US" sz="1200" b="1" dirty="0">
                <a:solidFill>
                  <a:srgbClr val="E8553D"/>
                </a:solidFill>
                <a:latin typeface="Calibri" pitchFamily="34" charset="0"/>
                <a:ea typeface="Calibri" pitchFamily="34" charset="-122"/>
                <a:cs typeface="Calibri" pitchFamily="34" charset="-120"/>
              </a:rPr>
              <a:t>Below 5: </a:t>
            </a:r>
            <a:r>
              <a:rPr lang="en-US" sz="1200" dirty="0">
                <a:solidFill>
                  <a:srgbClr val="CBD5E0"/>
                </a:solidFill>
                <a:latin typeface="Calibri" pitchFamily="34" charset="0"/>
                <a:ea typeface="Calibri" pitchFamily="34" charset="-122"/>
                <a:cs typeface="Calibri" pitchFamily="34" charset="-120"/>
              </a:rPr>
              <a:t>Your homework starts now.</a:t>
            </a:r>
            <a:endParaRPr lang="en-US" sz="1200" dirty="0"/>
          </a:p>
        </p:txBody>
      </p:sp>
      <p:sp>
        <p:nvSpPr>
          <p:cNvPr id="40" name="Text 38"/>
          <p:cNvSpPr/>
          <p:nvPr/>
        </p:nvSpPr>
        <p:spPr>
          <a:xfrm>
            <a:off x="548640" y="4297680"/>
            <a:ext cx="8046720" cy="320040"/>
          </a:xfrm>
          <a:prstGeom prst="rect">
            <a:avLst/>
          </a:prstGeom>
          <a:noFill/>
          <a:ln/>
        </p:spPr>
        <p:txBody>
          <a:bodyPr wrap="square" lIns="0" tIns="0" rIns="0" bIns="0" rtlCol="0" anchor="ctr"/>
          <a:lstStyle/>
          <a:p>
            <a:pPr marL="0" indent="0">
              <a:buNone/>
            </a:pPr>
            <a:r>
              <a:rPr lang="en-US" sz="1200" b="1" dirty="0">
                <a:solidFill>
                  <a:srgbClr val="2B9EA2"/>
                </a:solidFill>
                <a:latin typeface="Calibri" pitchFamily="34" charset="0"/>
                <a:ea typeface="Calibri" pitchFamily="34" charset="-122"/>
                <a:cs typeface="Calibri" pitchFamily="34" charset="-120"/>
              </a:rPr>
              <a:t>Now swap phones with your partner. Each give one specific improvement suggestion.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The Mindset</a:t>
            </a:r>
            <a:endParaRPr lang="en-US" sz="3000" dirty="0"/>
          </a:p>
        </p:txBody>
      </p:sp>
      <p:sp>
        <p:nvSpPr>
          <p:cNvPr id="4" name="Text 2"/>
          <p:cNvSpPr/>
          <p:nvPr/>
        </p:nvSpPr>
        <p:spPr>
          <a:xfrm>
            <a:off x="548640" y="594360"/>
            <a:ext cx="7772400" cy="274320"/>
          </a:xfrm>
          <a:prstGeom prst="rect">
            <a:avLst/>
          </a:prstGeom>
          <a:noFill/>
          <a:ln/>
        </p:spPr>
        <p:txBody>
          <a:bodyPr wrap="square" lIns="0" tIns="0" rIns="0" bIns="0" rtlCol="0" anchor="ctr"/>
          <a:lstStyle/>
          <a:p>
            <a:pPr marL="0" indent="0">
              <a:buNone/>
            </a:pPr>
            <a:r>
              <a:rPr lang="en-US" sz="1100" i="1" dirty="0">
                <a:solidFill>
                  <a:srgbClr val="F7B267"/>
                </a:solidFill>
                <a:latin typeface="Calibri" pitchFamily="34" charset="0"/>
                <a:ea typeface="Calibri" pitchFamily="34" charset="-122"/>
                <a:cs typeface="Calibri" pitchFamily="34" charset="-120"/>
              </a:rPr>
              <a:t>Inspired by The Pursuit of Happyness: "Don't ever let somebody tell you that you can't do something."</a:t>
            </a:r>
            <a:endParaRPr lang="en-US" sz="1100" dirty="0"/>
          </a:p>
        </p:txBody>
      </p:sp>
      <p:sp>
        <p:nvSpPr>
          <p:cNvPr id="5" name="Shape 3"/>
          <p:cNvSpPr/>
          <p:nvPr/>
        </p:nvSpPr>
        <p:spPr>
          <a:xfrm>
            <a:off x="548640" y="1051560"/>
            <a:ext cx="8046720" cy="914400"/>
          </a:xfrm>
          <a:prstGeom prst="rect">
            <a:avLst/>
          </a:prstGeom>
          <a:solidFill>
            <a:srgbClr val="182635"/>
          </a:solidFill>
          <a:ln/>
        </p:spPr>
        <p:txBody>
          <a:bodyPr/>
          <a:lstStyle/>
          <a:p>
            <a:endParaRPr lang="en-US"/>
          </a:p>
        </p:txBody>
      </p:sp>
      <p:sp>
        <p:nvSpPr>
          <p:cNvPr id="6" name="Shape 4"/>
          <p:cNvSpPr/>
          <p:nvPr/>
        </p:nvSpPr>
        <p:spPr>
          <a:xfrm>
            <a:off x="548640" y="1051560"/>
            <a:ext cx="54864" cy="914400"/>
          </a:xfrm>
          <a:prstGeom prst="rect">
            <a:avLst/>
          </a:prstGeom>
          <a:solidFill>
            <a:srgbClr val="E8553D"/>
          </a:solidFill>
          <a:ln/>
        </p:spPr>
        <p:txBody>
          <a:bodyPr/>
          <a:lstStyle/>
          <a:p>
            <a:endParaRPr lang="en-US"/>
          </a:p>
        </p:txBody>
      </p:sp>
      <p:sp>
        <p:nvSpPr>
          <p:cNvPr id="7" name="Text 5"/>
          <p:cNvSpPr/>
          <p:nvPr/>
        </p:nvSpPr>
        <p:spPr>
          <a:xfrm>
            <a:off x="822960" y="1124712"/>
            <a:ext cx="7315200" cy="320040"/>
          </a:xfrm>
          <a:prstGeom prst="rect">
            <a:avLst/>
          </a:prstGeom>
          <a:noFill/>
          <a:ln/>
        </p:spPr>
        <p:txBody>
          <a:bodyPr wrap="square" lIns="0" tIns="0" rIns="0" bIns="0" rtlCol="0" anchor="ctr"/>
          <a:lstStyle/>
          <a:p>
            <a:pPr marL="0" indent="0">
              <a:buNone/>
            </a:pPr>
            <a:r>
              <a:rPr lang="en-US" sz="1600" b="1" dirty="0">
                <a:solidFill>
                  <a:srgbClr val="E8553D"/>
                </a:solidFill>
                <a:latin typeface="Trebuchet MS" pitchFamily="34" charset="0"/>
                <a:ea typeface="Trebuchet MS" pitchFamily="34" charset="-122"/>
                <a:cs typeface="Trebuchet MS" pitchFamily="34" charset="-120"/>
              </a:rPr>
              <a:t>Run Your Own Race</a:t>
            </a:r>
            <a:endParaRPr lang="en-US" sz="1600" dirty="0"/>
          </a:p>
        </p:txBody>
      </p:sp>
      <p:sp>
        <p:nvSpPr>
          <p:cNvPr id="8" name="Text 6"/>
          <p:cNvSpPr/>
          <p:nvPr/>
        </p:nvSpPr>
        <p:spPr>
          <a:xfrm>
            <a:off x="822960" y="1463040"/>
            <a:ext cx="7498080" cy="411480"/>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Stop comparing timelines. Someone got hired faster? Different race. Your only competition is who you were last month.</a:t>
            </a:r>
            <a:endParaRPr lang="en-US" sz="1200" dirty="0"/>
          </a:p>
        </p:txBody>
      </p:sp>
      <p:sp>
        <p:nvSpPr>
          <p:cNvPr id="9" name="Shape 7"/>
          <p:cNvSpPr/>
          <p:nvPr/>
        </p:nvSpPr>
        <p:spPr>
          <a:xfrm>
            <a:off x="548640" y="2103120"/>
            <a:ext cx="8046720" cy="914400"/>
          </a:xfrm>
          <a:prstGeom prst="rect">
            <a:avLst/>
          </a:prstGeom>
          <a:solidFill>
            <a:srgbClr val="182635"/>
          </a:solidFill>
          <a:ln/>
        </p:spPr>
        <p:txBody>
          <a:bodyPr/>
          <a:lstStyle/>
          <a:p>
            <a:endParaRPr lang="en-US"/>
          </a:p>
        </p:txBody>
      </p:sp>
      <p:sp>
        <p:nvSpPr>
          <p:cNvPr id="10" name="Shape 8"/>
          <p:cNvSpPr/>
          <p:nvPr/>
        </p:nvSpPr>
        <p:spPr>
          <a:xfrm>
            <a:off x="548640" y="2103120"/>
            <a:ext cx="54864" cy="914400"/>
          </a:xfrm>
          <a:prstGeom prst="rect">
            <a:avLst/>
          </a:prstGeom>
          <a:solidFill>
            <a:srgbClr val="2B9EA2"/>
          </a:solidFill>
          <a:ln/>
        </p:spPr>
        <p:txBody>
          <a:bodyPr/>
          <a:lstStyle/>
          <a:p>
            <a:endParaRPr lang="en-US"/>
          </a:p>
        </p:txBody>
      </p:sp>
      <p:sp>
        <p:nvSpPr>
          <p:cNvPr id="11" name="Text 9"/>
          <p:cNvSpPr/>
          <p:nvPr/>
        </p:nvSpPr>
        <p:spPr>
          <a:xfrm>
            <a:off x="822960" y="2176272"/>
            <a:ext cx="7315200" cy="320040"/>
          </a:xfrm>
          <a:prstGeom prst="rect">
            <a:avLst/>
          </a:prstGeom>
          <a:noFill/>
          <a:ln/>
        </p:spPr>
        <p:txBody>
          <a:bodyPr wrap="square" lIns="0" tIns="0" rIns="0" bIns="0" rtlCol="0" anchor="ctr"/>
          <a:lstStyle/>
          <a:p>
            <a:pPr marL="0" indent="0">
              <a:buNone/>
            </a:pPr>
            <a:r>
              <a:rPr lang="en-US" sz="1600" b="1" dirty="0">
                <a:solidFill>
                  <a:srgbClr val="2B9EA2"/>
                </a:solidFill>
                <a:latin typeface="Trebuchet MS" pitchFamily="34" charset="0"/>
                <a:ea typeface="Trebuchet MS" pitchFamily="34" charset="-122"/>
                <a:cs typeface="Trebuchet MS" pitchFamily="34" charset="-120"/>
              </a:rPr>
              <a:t>Control the Controllables</a:t>
            </a:r>
            <a:endParaRPr lang="en-US" sz="1600" dirty="0"/>
          </a:p>
        </p:txBody>
      </p:sp>
      <p:sp>
        <p:nvSpPr>
          <p:cNvPr id="12" name="Text 10"/>
          <p:cNvSpPr/>
          <p:nvPr/>
        </p:nvSpPr>
        <p:spPr>
          <a:xfrm>
            <a:off x="822960" y="2514600"/>
            <a:ext cx="7498080" cy="411480"/>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You control preparation, energy, follow-up. You don't control who else applied, hiring timelines, or internal politics.</a:t>
            </a:r>
            <a:endParaRPr lang="en-US" sz="1200" dirty="0"/>
          </a:p>
        </p:txBody>
      </p:sp>
      <p:sp>
        <p:nvSpPr>
          <p:cNvPr id="13" name="Shape 11"/>
          <p:cNvSpPr/>
          <p:nvPr/>
        </p:nvSpPr>
        <p:spPr>
          <a:xfrm>
            <a:off x="548640" y="3154680"/>
            <a:ext cx="8046720" cy="914400"/>
          </a:xfrm>
          <a:prstGeom prst="rect">
            <a:avLst/>
          </a:prstGeom>
          <a:solidFill>
            <a:srgbClr val="182635"/>
          </a:solidFill>
          <a:ln/>
        </p:spPr>
        <p:txBody>
          <a:bodyPr/>
          <a:lstStyle/>
          <a:p>
            <a:endParaRPr lang="en-US"/>
          </a:p>
        </p:txBody>
      </p:sp>
      <p:sp>
        <p:nvSpPr>
          <p:cNvPr id="14" name="Shape 12"/>
          <p:cNvSpPr/>
          <p:nvPr/>
        </p:nvSpPr>
        <p:spPr>
          <a:xfrm>
            <a:off x="548640" y="3154680"/>
            <a:ext cx="54864" cy="914400"/>
          </a:xfrm>
          <a:prstGeom prst="rect">
            <a:avLst/>
          </a:prstGeom>
          <a:solidFill>
            <a:srgbClr val="38A169"/>
          </a:solidFill>
          <a:ln/>
        </p:spPr>
        <p:txBody>
          <a:bodyPr/>
          <a:lstStyle/>
          <a:p>
            <a:endParaRPr lang="en-US"/>
          </a:p>
        </p:txBody>
      </p:sp>
      <p:sp>
        <p:nvSpPr>
          <p:cNvPr id="15" name="Text 13"/>
          <p:cNvSpPr/>
          <p:nvPr/>
        </p:nvSpPr>
        <p:spPr>
          <a:xfrm>
            <a:off x="822960" y="3227832"/>
            <a:ext cx="7315200" cy="320040"/>
          </a:xfrm>
          <a:prstGeom prst="rect">
            <a:avLst/>
          </a:prstGeom>
          <a:noFill/>
          <a:ln/>
        </p:spPr>
        <p:txBody>
          <a:bodyPr wrap="square" lIns="0" tIns="0" rIns="0" bIns="0" rtlCol="0" anchor="ctr"/>
          <a:lstStyle/>
          <a:p>
            <a:pPr marL="0" indent="0">
              <a:buNone/>
            </a:pPr>
            <a:r>
              <a:rPr lang="en-US" sz="1600" b="1" dirty="0">
                <a:solidFill>
                  <a:srgbClr val="38A169"/>
                </a:solidFill>
                <a:latin typeface="Trebuchet MS" pitchFamily="34" charset="0"/>
                <a:ea typeface="Trebuchet MS" pitchFamily="34" charset="-122"/>
                <a:cs typeface="Trebuchet MS" pitchFamily="34" charset="-120"/>
              </a:rPr>
              <a:t>Go All In, Then Let Go</a:t>
            </a:r>
            <a:endParaRPr lang="en-US" sz="1600" dirty="0"/>
          </a:p>
        </p:txBody>
      </p:sp>
      <p:sp>
        <p:nvSpPr>
          <p:cNvPr id="16" name="Text 14"/>
          <p:cNvSpPr/>
          <p:nvPr/>
        </p:nvSpPr>
        <p:spPr>
          <a:xfrm>
            <a:off x="822960" y="3566160"/>
            <a:ext cx="7498080" cy="411480"/>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Prepare like it's the only opportunity. Then release the outcome. Let go of what you can't control.</a:t>
            </a:r>
            <a:endParaRPr lang="en-US" sz="1200" dirty="0"/>
          </a:p>
        </p:txBody>
      </p:sp>
      <p:sp>
        <p:nvSpPr>
          <p:cNvPr id="17" name="Shape 15"/>
          <p:cNvSpPr/>
          <p:nvPr/>
        </p:nvSpPr>
        <p:spPr>
          <a:xfrm>
            <a:off x="548640" y="4160520"/>
            <a:ext cx="8046720" cy="731520"/>
          </a:xfrm>
          <a:prstGeom prst="rect">
            <a:avLst/>
          </a:prstGeom>
          <a:solidFill>
            <a:srgbClr val="2D3F52"/>
          </a:solidFill>
          <a:ln/>
        </p:spPr>
        <p:txBody>
          <a:bodyPr/>
          <a:lstStyle/>
          <a:p>
            <a:endParaRPr lang="en-US"/>
          </a:p>
        </p:txBody>
      </p:sp>
      <p:sp>
        <p:nvSpPr>
          <p:cNvPr id="18" name="Text 16"/>
          <p:cNvSpPr/>
          <p:nvPr/>
        </p:nvSpPr>
        <p:spPr>
          <a:xfrm>
            <a:off x="731520" y="4206240"/>
            <a:ext cx="7680960" cy="320040"/>
          </a:xfrm>
          <a:prstGeom prst="rect">
            <a:avLst/>
          </a:prstGeom>
          <a:noFill/>
          <a:ln/>
        </p:spPr>
        <p:txBody>
          <a:bodyPr wrap="square" lIns="0" tIns="0" rIns="0" bIns="0" rtlCol="0" anchor="ctr"/>
          <a:lstStyle/>
          <a:p>
            <a:pPr marL="0" indent="0">
              <a:buNone/>
            </a:pPr>
            <a:r>
              <a:rPr lang="en-US" sz="1100" dirty="0">
                <a:solidFill>
                  <a:srgbClr val="CBD5E0"/>
                </a:solidFill>
                <a:latin typeface="Calibri" pitchFamily="34" charset="0"/>
                <a:ea typeface="Calibri" pitchFamily="34" charset="-122"/>
                <a:cs typeface="Calibri" pitchFamily="34" charset="-120"/>
              </a:rPr>
              <a:t>Some companies: ~1M applications/year for ~350 hires. Written interviews, psychometric tests, 6-10 rounds, 2-6 months.</a:t>
            </a:r>
            <a:endParaRPr lang="en-US" sz="1100" dirty="0"/>
          </a:p>
        </p:txBody>
      </p:sp>
      <p:sp>
        <p:nvSpPr>
          <p:cNvPr id="19" name="Text 17"/>
          <p:cNvSpPr/>
          <p:nvPr/>
        </p:nvSpPr>
        <p:spPr>
          <a:xfrm>
            <a:off x="731520" y="4526280"/>
            <a:ext cx="7680960" cy="274320"/>
          </a:xfrm>
          <a:prstGeom prst="rect">
            <a:avLst/>
          </a:prstGeom>
          <a:noFill/>
          <a:ln/>
        </p:spPr>
        <p:txBody>
          <a:bodyPr wrap="square" lIns="0" tIns="0" rIns="0" bIns="0" rtlCol="0" anchor="ctr"/>
          <a:lstStyle/>
          <a:p>
            <a:pPr marL="0" indent="0">
              <a:buNone/>
            </a:pPr>
            <a:r>
              <a:rPr lang="en-US" sz="1200" b="1" dirty="0">
                <a:solidFill>
                  <a:srgbClr val="E8553D"/>
                </a:solidFill>
                <a:latin typeface="Calibri" pitchFamily="34" charset="0"/>
                <a:ea typeface="Calibri" pitchFamily="34" charset="-122"/>
                <a:cs typeface="Calibri" pitchFamily="34" charset="-120"/>
              </a:rPr>
              <a:t>They will test your patience, your ego, and your endurance. Be ready.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4B5FD"/>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Imposter Syndrome</a:t>
            </a:r>
            <a:endParaRPr lang="en-US" sz="3000" dirty="0"/>
          </a:p>
        </p:txBody>
      </p:sp>
      <p:sp>
        <p:nvSpPr>
          <p:cNvPr id="4" name="Text 2"/>
          <p:cNvSpPr/>
          <p:nvPr/>
        </p:nvSpPr>
        <p:spPr>
          <a:xfrm>
            <a:off x="548640" y="594360"/>
            <a:ext cx="7315200" cy="274320"/>
          </a:xfrm>
          <a:prstGeom prst="rect">
            <a:avLst/>
          </a:prstGeom>
          <a:noFill/>
          <a:ln/>
        </p:spPr>
        <p:txBody>
          <a:bodyPr wrap="square" lIns="0" tIns="0" rIns="0" bIns="0" rtlCol="0" anchor="ctr"/>
          <a:lstStyle/>
          <a:p>
            <a:pPr marL="0" indent="0">
              <a:buNone/>
            </a:pPr>
            <a:r>
              <a:rPr lang="en-US" sz="1200" i="1" dirty="0">
                <a:solidFill>
                  <a:srgbClr val="718096"/>
                </a:solidFill>
                <a:latin typeface="Calibri" pitchFamily="34" charset="0"/>
                <a:ea typeface="Calibri" pitchFamily="34" charset="-122"/>
                <a:cs typeface="Calibri" pitchFamily="34" charset="-120"/>
              </a:rPr>
              <a:t>"I'm not good enough. Everyone else knows more than me. I don't belong here."</a:t>
            </a:r>
            <a:endParaRPr lang="en-US" sz="1200" dirty="0"/>
          </a:p>
        </p:txBody>
      </p:sp>
      <p:sp>
        <p:nvSpPr>
          <p:cNvPr id="5" name="Shape 3"/>
          <p:cNvSpPr/>
          <p:nvPr/>
        </p:nvSpPr>
        <p:spPr>
          <a:xfrm>
            <a:off x="548640" y="1005840"/>
            <a:ext cx="3886200" cy="2560320"/>
          </a:xfrm>
          <a:prstGeom prst="rect">
            <a:avLst/>
          </a:prstGeom>
          <a:solidFill>
            <a:srgbClr val="182635"/>
          </a:solidFill>
          <a:ln/>
        </p:spPr>
        <p:txBody>
          <a:bodyPr/>
          <a:lstStyle/>
          <a:p>
            <a:endParaRPr lang="en-US"/>
          </a:p>
        </p:txBody>
      </p:sp>
      <p:sp>
        <p:nvSpPr>
          <p:cNvPr id="6" name="Text 4"/>
          <p:cNvSpPr/>
          <p:nvPr/>
        </p:nvSpPr>
        <p:spPr>
          <a:xfrm>
            <a:off x="731520" y="1097280"/>
            <a:ext cx="3474720" cy="320040"/>
          </a:xfrm>
          <a:prstGeom prst="rect">
            <a:avLst/>
          </a:prstGeom>
          <a:noFill/>
          <a:ln/>
        </p:spPr>
        <p:txBody>
          <a:bodyPr wrap="square" lIns="0" tIns="0" rIns="0" bIns="0" rtlCol="0" anchor="ctr"/>
          <a:lstStyle/>
          <a:p>
            <a:pPr marL="0" indent="0">
              <a:buNone/>
            </a:pPr>
            <a:r>
              <a:rPr lang="en-US" sz="1400" b="1" dirty="0">
                <a:solidFill>
                  <a:srgbClr val="E8553D"/>
                </a:solidFill>
                <a:latin typeface="Trebuchet MS" pitchFamily="34" charset="0"/>
                <a:ea typeface="Trebuchet MS" pitchFamily="34" charset="-122"/>
                <a:cs typeface="Trebuchet MS" pitchFamily="34" charset="-120"/>
              </a:rPr>
              <a:t>Why Cybersecurity Makes It Worse</a:t>
            </a:r>
            <a:endParaRPr lang="en-US" sz="1400" dirty="0"/>
          </a:p>
        </p:txBody>
      </p:sp>
      <p:sp>
        <p:nvSpPr>
          <p:cNvPr id="7" name="Text 5"/>
          <p:cNvSpPr/>
          <p:nvPr/>
        </p:nvSpPr>
        <p:spPr>
          <a:xfrm>
            <a:off x="731520" y="1463040"/>
            <a:ext cx="352044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The field is impossibly broad (nobody knows it all)</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Job postings ask for everything</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Technology changes faster than you can learn</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Social media highlights experts, not learners</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Certifications create a "never enough" treadmill</a:t>
            </a:r>
            <a:endParaRPr lang="en-US" sz="1100" dirty="0"/>
          </a:p>
        </p:txBody>
      </p:sp>
      <p:sp>
        <p:nvSpPr>
          <p:cNvPr id="8" name="Shape 6"/>
          <p:cNvSpPr/>
          <p:nvPr/>
        </p:nvSpPr>
        <p:spPr>
          <a:xfrm>
            <a:off x="4709160" y="1005840"/>
            <a:ext cx="3886200" cy="2560320"/>
          </a:xfrm>
          <a:prstGeom prst="rect">
            <a:avLst/>
          </a:prstGeom>
          <a:solidFill>
            <a:srgbClr val="182635"/>
          </a:solidFill>
          <a:ln/>
        </p:spPr>
        <p:txBody>
          <a:bodyPr/>
          <a:lstStyle/>
          <a:p>
            <a:endParaRPr lang="en-US"/>
          </a:p>
        </p:txBody>
      </p:sp>
      <p:sp>
        <p:nvSpPr>
          <p:cNvPr id="9" name="Text 7"/>
          <p:cNvSpPr/>
          <p:nvPr/>
        </p:nvSpPr>
        <p:spPr>
          <a:xfrm>
            <a:off x="4892040" y="1097280"/>
            <a:ext cx="3474720" cy="320040"/>
          </a:xfrm>
          <a:prstGeom prst="rect">
            <a:avLst/>
          </a:prstGeom>
          <a:noFill/>
          <a:ln/>
        </p:spPr>
        <p:txBody>
          <a:bodyPr wrap="square" lIns="0" tIns="0" rIns="0" bIns="0" rtlCol="0" anchor="ctr"/>
          <a:lstStyle/>
          <a:p>
            <a:pPr marL="0" indent="0">
              <a:buNone/>
            </a:pPr>
            <a:r>
              <a:rPr lang="en-US" sz="1400" b="1" dirty="0">
                <a:solidFill>
                  <a:srgbClr val="38A169"/>
                </a:solidFill>
                <a:latin typeface="Trebuchet MS" pitchFamily="34" charset="0"/>
                <a:ea typeface="Trebuchet MS" pitchFamily="34" charset="-122"/>
                <a:cs typeface="Trebuchet MS" pitchFamily="34" charset="-120"/>
              </a:rPr>
              <a:t>How to Move Through It</a:t>
            </a:r>
            <a:endParaRPr lang="en-US" sz="1400" dirty="0"/>
          </a:p>
        </p:txBody>
      </p:sp>
      <p:sp>
        <p:nvSpPr>
          <p:cNvPr id="10" name="Text 8"/>
          <p:cNvSpPr/>
          <p:nvPr/>
        </p:nvSpPr>
        <p:spPr>
          <a:xfrm>
            <a:off x="4892040" y="1463040"/>
            <a:ext cx="352044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Name it. "I'm feeling imposter syndrome" neutralizes it.</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Track your wins (a simple doc of things you've learned/done)</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Compare to your past self, not to Twitter/LinkedIn highlights</a:t>
            </a:r>
            <a:endParaRPr lang="en-US" sz="1100" dirty="0"/>
          </a:p>
          <a:p>
            <a:pPr marL="342900" indent="-342900">
              <a:spcAft>
                <a:spcPts val="500"/>
              </a:spcAft>
              <a:buSzPct val="100000"/>
              <a:buChar char="•"/>
            </a:pPr>
            <a:r>
              <a:rPr lang="en-US" sz="1100" dirty="0">
                <a:solidFill>
                  <a:srgbClr val="CBD5E0"/>
                </a:solidFill>
                <a:latin typeface="Calibri" pitchFamily="34" charset="0"/>
                <a:ea typeface="Calibri" pitchFamily="34" charset="-122"/>
                <a:cs typeface="Calibri" pitchFamily="34" charset="-120"/>
              </a:rPr>
              <a:t>Find your 3: mentor, peer, mentee</a:t>
            </a:r>
            <a:endParaRPr lang="en-US" sz="1100" dirty="0"/>
          </a:p>
          <a:p>
            <a:pPr marL="342900" indent="-342900">
              <a:spcAft>
                <a:spcPts val="500"/>
              </a:spcAft>
              <a:buSzPct val="100000"/>
              <a:buChar char="•"/>
            </a:pPr>
            <a:r>
              <a:rPr lang="en-US" sz="1100" dirty="0">
                <a:solidFill>
                  <a:srgbClr val="F7B267"/>
                </a:solidFill>
                <a:latin typeface="Calibri" pitchFamily="34" charset="0"/>
                <a:ea typeface="Calibri" pitchFamily="34" charset="-122"/>
                <a:cs typeface="Calibri" pitchFamily="34" charset="-120"/>
              </a:rPr>
              <a:t>Remember: the person interviewing you also Googles/</a:t>
            </a:r>
            <a:r>
              <a:rPr lang="en-US" sz="1100" dirty="0" err="1">
                <a:solidFill>
                  <a:srgbClr val="F7B267"/>
                </a:solidFill>
                <a:latin typeface="Calibri" pitchFamily="34" charset="0"/>
                <a:ea typeface="Calibri" pitchFamily="34" charset="-122"/>
                <a:cs typeface="Calibri" pitchFamily="34" charset="-120"/>
              </a:rPr>
              <a:t>Chatgpt</a:t>
            </a:r>
            <a:r>
              <a:rPr lang="en-US" sz="1100" dirty="0">
                <a:solidFill>
                  <a:srgbClr val="F7B267"/>
                </a:solidFill>
                <a:latin typeface="Calibri" pitchFamily="34" charset="0"/>
                <a:ea typeface="Calibri" pitchFamily="34" charset="-122"/>
                <a:cs typeface="Calibri" pitchFamily="34" charset="-120"/>
              </a:rPr>
              <a:t>/Claude things</a:t>
            </a:r>
            <a:endParaRPr lang="en-US" sz="1100" dirty="0"/>
          </a:p>
        </p:txBody>
      </p:sp>
      <p:sp>
        <p:nvSpPr>
          <p:cNvPr id="11" name="Text 9"/>
          <p:cNvSpPr/>
          <p:nvPr/>
        </p:nvSpPr>
        <p:spPr>
          <a:xfrm>
            <a:off x="548640" y="3840480"/>
            <a:ext cx="8046720" cy="457200"/>
          </a:xfrm>
          <a:prstGeom prst="rect">
            <a:avLst/>
          </a:prstGeom>
          <a:noFill/>
          <a:ln/>
        </p:spPr>
        <p:txBody>
          <a:bodyPr wrap="square" lIns="0" tIns="0" rIns="0" bIns="0" rtlCol="0" anchor="ctr"/>
          <a:lstStyle/>
          <a:p>
            <a:pPr marL="0" indent="0">
              <a:buNone/>
            </a:pPr>
            <a:r>
              <a:rPr lang="en-US" sz="1300" i="1" dirty="0">
                <a:solidFill>
                  <a:srgbClr val="C4B5FD"/>
                </a:solidFill>
                <a:latin typeface="Calibri" pitchFamily="34" charset="0"/>
                <a:ea typeface="Calibri" pitchFamily="34" charset="-122"/>
                <a:cs typeface="Calibri" pitchFamily="34" charset="-120"/>
              </a:rPr>
              <a:t>I have a dual Master's, four certifications, 16 years of experience, and I still feel imposter syndrome. You're not alone.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1A2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8A169"/>
          </a:solidFill>
          <a:ln/>
        </p:spPr>
        <p:txBody>
          <a:bodyPr/>
          <a:lstStyle/>
          <a:p>
            <a:endParaRPr lang="en-US"/>
          </a:p>
        </p:txBody>
      </p:sp>
      <p:sp>
        <p:nvSpPr>
          <p:cNvPr id="3" name="Shape 1"/>
          <p:cNvSpPr/>
          <p:nvPr/>
        </p:nvSpPr>
        <p:spPr>
          <a:xfrm>
            <a:off x="457200" y="182880"/>
            <a:ext cx="1645920" cy="320040"/>
          </a:xfrm>
          <a:prstGeom prst="rect">
            <a:avLst/>
          </a:prstGeom>
          <a:solidFill>
            <a:srgbClr val="38A169"/>
          </a:solidFill>
          <a:ln/>
        </p:spPr>
        <p:txBody>
          <a:bodyPr/>
          <a:lstStyle/>
          <a:p>
            <a:endParaRPr lang="en-US"/>
          </a:p>
        </p:txBody>
      </p:sp>
      <p:sp>
        <p:nvSpPr>
          <p:cNvPr id="4" name="Text 2"/>
          <p:cNvSpPr/>
          <p:nvPr/>
        </p:nvSpPr>
        <p:spPr>
          <a:xfrm>
            <a:off x="457200" y="182880"/>
            <a:ext cx="1645920" cy="320040"/>
          </a:xfrm>
          <a:prstGeom prst="rect">
            <a:avLst/>
          </a:prstGeom>
          <a:noFill/>
          <a:ln/>
        </p:spPr>
        <p:txBody>
          <a:bodyPr wrap="square" rtlCol="0" anchor="ctr"/>
          <a:lstStyle/>
          <a:p>
            <a:pPr marL="0" indent="0" algn="ctr">
              <a:buNone/>
            </a:pPr>
            <a:r>
              <a:rPr lang="en-US" sz="1000" b="1" kern="0" spc="300" dirty="0">
                <a:solidFill>
                  <a:srgbClr val="FFFFFF"/>
                </a:solidFill>
                <a:latin typeface="Trebuchet MS" pitchFamily="34" charset="0"/>
                <a:ea typeface="Trebuchet MS" pitchFamily="34" charset="-122"/>
                <a:cs typeface="Trebuchet MS" pitchFamily="34" charset="-120"/>
              </a:rPr>
              <a:t>HANDS-ON</a:t>
            </a:r>
            <a:endParaRPr lang="en-US" sz="1000" dirty="0"/>
          </a:p>
        </p:txBody>
      </p:sp>
      <p:sp>
        <p:nvSpPr>
          <p:cNvPr id="5" name="Text 3"/>
          <p:cNvSpPr/>
          <p:nvPr/>
        </p:nvSpPr>
        <p:spPr>
          <a:xfrm>
            <a:off x="548640" y="640080"/>
            <a:ext cx="77724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Exercise 4: Your 30-Day Career Sprint</a:t>
            </a:r>
            <a:endParaRPr lang="en-US" sz="2800" dirty="0"/>
          </a:p>
        </p:txBody>
      </p:sp>
      <p:sp>
        <p:nvSpPr>
          <p:cNvPr id="6" name="Text 4"/>
          <p:cNvSpPr/>
          <p:nvPr/>
        </p:nvSpPr>
        <p:spPr>
          <a:xfrm>
            <a:off x="548640" y="1143000"/>
            <a:ext cx="7315200" cy="3200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10 minutes  |  You're leaving with a plan and an accountability partner.</a:t>
            </a:r>
            <a:endParaRPr lang="en-US" sz="1300" dirty="0"/>
          </a:p>
        </p:txBody>
      </p:sp>
      <p:sp>
        <p:nvSpPr>
          <p:cNvPr id="7" name="Text 5"/>
          <p:cNvSpPr/>
          <p:nvPr/>
        </p:nvSpPr>
        <p:spPr>
          <a:xfrm>
            <a:off x="548640" y="1554480"/>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Fill out your plan. Use the worksheet. Be specific.</a:t>
            </a:r>
            <a:endParaRPr lang="en-US" sz="1300" dirty="0"/>
          </a:p>
        </p:txBody>
      </p:sp>
      <p:sp>
        <p:nvSpPr>
          <p:cNvPr id="8" name="Shape 6"/>
          <p:cNvSpPr/>
          <p:nvPr/>
        </p:nvSpPr>
        <p:spPr>
          <a:xfrm>
            <a:off x="411480" y="1965960"/>
            <a:ext cx="2651760" cy="2560320"/>
          </a:xfrm>
          <a:prstGeom prst="rect">
            <a:avLst/>
          </a:prstGeom>
          <a:solidFill>
            <a:srgbClr val="1A3A1A"/>
          </a:solidFill>
          <a:ln/>
        </p:spPr>
        <p:txBody>
          <a:bodyPr/>
          <a:lstStyle/>
          <a:p>
            <a:endParaRPr lang="en-US"/>
          </a:p>
        </p:txBody>
      </p:sp>
      <p:sp>
        <p:nvSpPr>
          <p:cNvPr id="9" name="Shape 7"/>
          <p:cNvSpPr/>
          <p:nvPr/>
        </p:nvSpPr>
        <p:spPr>
          <a:xfrm>
            <a:off x="411480" y="1965960"/>
            <a:ext cx="2651760" cy="45720"/>
          </a:xfrm>
          <a:prstGeom prst="rect">
            <a:avLst/>
          </a:prstGeom>
          <a:solidFill>
            <a:srgbClr val="E8553D"/>
          </a:solidFill>
          <a:ln/>
        </p:spPr>
        <p:txBody>
          <a:bodyPr/>
          <a:lstStyle/>
          <a:p>
            <a:endParaRPr lang="en-US"/>
          </a:p>
        </p:txBody>
      </p:sp>
      <p:sp>
        <p:nvSpPr>
          <p:cNvPr id="10" name="Text 8"/>
          <p:cNvSpPr/>
          <p:nvPr/>
        </p:nvSpPr>
        <p:spPr>
          <a:xfrm>
            <a:off x="548640" y="2103120"/>
            <a:ext cx="2377440" cy="320040"/>
          </a:xfrm>
          <a:prstGeom prst="rect">
            <a:avLst/>
          </a:prstGeom>
          <a:noFill/>
          <a:ln/>
        </p:spPr>
        <p:txBody>
          <a:bodyPr wrap="square" lIns="0" tIns="0" rIns="0" bIns="0" rtlCol="0" anchor="ctr"/>
          <a:lstStyle/>
          <a:p>
            <a:pPr marL="0" indent="0">
              <a:buNone/>
            </a:pPr>
            <a:r>
              <a:rPr lang="en-US" sz="1150" b="1" dirty="0">
                <a:solidFill>
                  <a:srgbClr val="E8553D"/>
                </a:solidFill>
                <a:latin typeface="Trebuchet MS" pitchFamily="34" charset="0"/>
                <a:ea typeface="Trebuchet MS" pitchFamily="34" charset="-122"/>
                <a:cs typeface="Trebuchet MS" pitchFamily="34" charset="-120"/>
              </a:rPr>
              <a:t>1. My Cybersecurity Target</a:t>
            </a:r>
            <a:endParaRPr lang="en-US" sz="1150" dirty="0"/>
          </a:p>
        </p:txBody>
      </p:sp>
      <p:sp>
        <p:nvSpPr>
          <p:cNvPr id="11" name="Text 9"/>
          <p:cNvSpPr/>
          <p:nvPr/>
        </p:nvSpPr>
        <p:spPr>
          <a:xfrm>
            <a:off x="548640" y="2514600"/>
            <a:ext cx="2377440" cy="18288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Target role: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Why this role: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Biggest gap I need to close:</a:t>
            </a:r>
            <a:endParaRPr lang="en-US" sz="1050" dirty="0"/>
          </a:p>
        </p:txBody>
      </p:sp>
      <p:sp>
        <p:nvSpPr>
          <p:cNvPr id="12" name="Shape 10"/>
          <p:cNvSpPr/>
          <p:nvPr/>
        </p:nvSpPr>
        <p:spPr>
          <a:xfrm>
            <a:off x="3246120" y="1965960"/>
            <a:ext cx="2651760" cy="2560320"/>
          </a:xfrm>
          <a:prstGeom prst="rect">
            <a:avLst/>
          </a:prstGeom>
          <a:solidFill>
            <a:srgbClr val="1A3A1A"/>
          </a:solidFill>
          <a:ln/>
        </p:spPr>
        <p:txBody>
          <a:bodyPr/>
          <a:lstStyle/>
          <a:p>
            <a:endParaRPr lang="en-US"/>
          </a:p>
        </p:txBody>
      </p:sp>
      <p:sp>
        <p:nvSpPr>
          <p:cNvPr id="13" name="Shape 11"/>
          <p:cNvSpPr/>
          <p:nvPr/>
        </p:nvSpPr>
        <p:spPr>
          <a:xfrm>
            <a:off x="3246120" y="1965960"/>
            <a:ext cx="2651760" cy="45720"/>
          </a:xfrm>
          <a:prstGeom prst="rect">
            <a:avLst/>
          </a:prstGeom>
          <a:solidFill>
            <a:srgbClr val="2B9EA2"/>
          </a:solidFill>
          <a:ln/>
        </p:spPr>
        <p:txBody>
          <a:bodyPr/>
          <a:lstStyle/>
          <a:p>
            <a:endParaRPr lang="en-US"/>
          </a:p>
        </p:txBody>
      </p:sp>
      <p:sp>
        <p:nvSpPr>
          <p:cNvPr id="14" name="Text 12"/>
          <p:cNvSpPr/>
          <p:nvPr/>
        </p:nvSpPr>
        <p:spPr>
          <a:xfrm>
            <a:off x="3383280" y="2103120"/>
            <a:ext cx="2377440" cy="320040"/>
          </a:xfrm>
          <a:prstGeom prst="rect">
            <a:avLst/>
          </a:prstGeom>
          <a:noFill/>
          <a:ln/>
        </p:spPr>
        <p:txBody>
          <a:bodyPr wrap="square" lIns="0" tIns="0" rIns="0" bIns="0" rtlCol="0" anchor="ctr"/>
          <a:lstStyle/>
          <a:p>
            <a:pPr marL="0" indent="0">
              <a:buNone/>
            </a:pPr>
            <a:r>
              <a:rPr lang="en-US" sz="1150" b="1" dirty="0">
                <a:solidFill>
                  <a:srgbClr val="2B9EA2"/>
                </a:solidFill>
                <a:latin typeface="Trebuchet MS" pitchFamily="34" charset="0"/>
                <a:ea typeface="Trebuchet MS" pitchFamily="34" charset="-122"/>
                <a:cs typeface="Trebuchet MS" pitchFamily="34" charset="-120"/>
              </a:rPr>
              <a:t>2. Three 30-Day SMART Goals</a:t>
            </a:r>
            <a:endParaRPr lang="en-US" sz="1150" dirty="0"/>
          </a:p>
        </p:txBody>
      </p:sp>
      <p:sp>
        <p:nvSpPr>
          <p:cNvPr id="15" name="Text 13"/>
          <p:cNvSpPr/>
          <p:nvPr/>
        </p:nvSpPr>
        <p:spPr>
          <a:xfrm>
            <a:off x="3383280" y="2514600"/>
            <a:ext cx="2377440" cy="18288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LEARN: Complete ___ by [date]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BUILD: Create ___ by [date]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NETWORK: Reach out to ___ people by [date]</a:t>
            </a:r>
            <a:endParaRPr lang="en-US" sz="1050" dirty="0"/>
          </a:p>
        </p:txBody>
      </p:sp>
      <p:sp>
        <p:nvSpPr>
          <p:cNvPr id="16" name="Shape 14"/>
          <p:cNvSpPr/>
          <p:nvPr/>
        </p:nvSpPr>
        <p:spPr>
          <a:xfrm>
            <a:off x="6080760" y="1965960"/>
            <a:ext cx="2651760" cy="2560320"/>
          </a:xfrm>
          <a:prstGeom prst="rect">
            <a:avLst/>
          </a:prstGeom>
          <a:solidFill>
            <a:srgbClr val="1A3A1A"/>
          </a:solidFill>
          <a:ln/>
        </p:spPr>
        <p:txBody>
          <a:bodyPr/>
          <a:lstStyle/>
          <a:p>
            <a:endParaRPr lang="en-US"/>
          </a:p>
        </p:txBody>
      </p:sp>
      <p:sp>
        <p:nvSpPr>
          <p:cNvPr id="17" name="Shape 15"/>
          <p:cNvSpPr/>
          <p:nvPr/>
        </p:nvSpPr>
        <p:spPr>
          <a:xfrm>
            <a:off x="6080760" y="1965960"/>
            <a:ext cx="2651760" cy="45720"/>
          </a:xfrm>
          <a:prstGeom prst="rect">
            <a:avLst/>
          </a:prstGeom>
          <a:solidFill>
            <a:srgbClr val="38A169"/>
          </a:solidFill>
          <a:ln/>
        </p:spPr>
        <p:txBody>
          <a:bodyPr/>
          <a:lstStyle/>
          <a:p>
            <a:endParaRPr lang="en-US"/>
          </a:p>
        </p:txBody>
      </p:sp>
      <p:sp>
        <p:nvSpPr>
          <p:cNvPr id="18" name="Text 16"/>
          <p:cNvSpPr/>
          <p:nvPr/>
        </p:nvSpPr>
        <p:spPr>
          <a:xfrm>
            <a:off x="6217920" y="2103120"/>
            <a:ext cx="2377440" cy="320040"/>
          </a:xfrm>
          <a:prstGeom prst="rect">
            <a:avLst/>
          </a:prstGeom>
          <a:noFill/>
          <a:ln/>
        </p:spPr>
        <p:txBody>
          <a:bodyPr wrap="square" lIns="0" tIns="0" rIns="0" bIns="0" rtlCol="0" anchor="ctr"/>
          <a:lstStyle/>
          <a:p>
            <a:pPr marL="0" indent="0">
              <a:buNone/>
            </a:pPr>
            <a:r>
              <a:rPr lang="en-US" sz="1150" b="1" dirty="0">
                <a:solidFill>
                  <a:srgbClr val="38A169"/>
                </a:solidFill>
                <a:latin typeface="Trebuchet MS" pitchFamily="34" charset="0"/>
                <a:ea typeface="Trebuchet MS" pitchFamily="34" charset="-122"/>
                <a:cs typeface="Trebuchet MS" pitchFamily="34" charset="-120"/>
              </a:rPr>
              <a:t>3. My Accountability Partner</a:t>
            </a:r>
            <a:endParaRPr lang="en-US" sz="1150" dirty="0"/>
          </a:p>
        </p:txBody>
      </p:sp>
      <p:sp>
        <p:nvSpPr>
          <p:cNvPr id="19" name="Text 17"/>
          <p:cNvSpPr/>
          <p:nvPr/>
        </p:nvSpPr>
        <p:spPr>
          <a:xfrm>
            <a:off x="6217920" y="2514600"/>
            <a:ext cx="2377440" cy="1828800"/>
          </a:xfrm>
          <a:prstGeom prst="rect">
            <a:avLst/>
          </a:prstGeom>
          <a:noFill/>
          <a:ln/>
        </p:spPr>
        <p:txBody>
          <a:bodyPr wrap="square" lIns="0" tIns="0" rIns="0" bIns="0" rtlCol="0" anchor="ctr"/>
          <a:lstStyle/>
          <a:p>
            <a:pPr marL="0" indent="0">
              <a:buNone/>
            </a:pPr>
            <a:r>
              <a:rPr lang="en-US" sz="1050" dirty="0">
                <a:solidFill>
                  <a:srgbClr val="CBD5E0"/>
                </a:solidFill>
                <a:latin typeface="Calibri" pitchFamily="34" charset="0"/>
                <a:ea typeface="Calibri" pitchFamily="34" charset="-122"/>
                <a:cs typeface="Calibri" pitchFamily="34" charset="-120"/>
              </a:rPr>
              <a:t>Partner name:</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Contact info:</a:t>
            </a: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Check-in date (2 weeks from today):</a:t>
            </a:r>
            <a:endParaRPr lang="en-US" sz="1050" dirty="0"/>
          </a:p>
        </p:txBody>
      </p:sp>
      <p:sp>
        <p:nvSpPr>
          <p:cNvPr id="20" name="Text 18"/>
          <p:cNvSpPr/>
          <p:nvPr/>
        </p:nvSpPr>
        <p:spPr>
          <a:xfrm>
            <a:off x="548640" y="4663440"/>
            <a:ext cx="8046720" cy="320040"/>
          </a:xfrm>
          <a:prstGeom prst="rect">
            <a:avLst/>
          </a:prstGeom>
          <a:noFill/>
          <a:ln/>
        </p:spPr>
        <p:txBody>
          <a:bodyPr wrap="square" lIns="0" tIns="0" rIns="0" bIns="0" rtlCol="0" anchor="ctr"/>
          <a:lstStyle/>
          <a:p>
            <a:pPr marL="0" indent="0">
              <a:buNone/>
            </a:pPr>
            <a:r>
              <a:rPr lang="en-US" sz="1150" b="1" dirty="0">
                <a:solidFill>
                  <a:srgbClr val="38A169"/>
                </a:solidFill>
                <a:latin typeface="Calibri" pitchFamily="34" charset="0"/>
                <a:ea typeface="Calibri" pitchFamily="34" charset="-122"/>
                <a:cs typeface="Calibri" pitchFamily="34" charset="-120"/>
              </a:rPr>
              <a:t>Turn to someone you haven't spoken to. Introduce yourself, exchange contact info, and schedule a 15-minute check-in for April 24.</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8553D"/>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Key Takeaways</a:t>
            </a:r>
            <a:endParaRPr lang="en-US" sz="3000" dirty="0"/>
          </a:p>
        </p:txBody>
      </p:sp>
      <p:sp>
        <p:nvSpPr>
          <p:cNvPr id="4" name="Shape 2"/>
          <p:cNvSpPr/>
          <p:nvPr/>
        </p:nvSpPr>
        <p:spPr>
          <a:xfrm>
            <a:off x="548640" y="822960"/>
            <a:ext cx="54864" cy="457200"/>
          </a:xfrm>
          <a:prstGeom prst="rect">
            <a:avLst/>
          </a:prstGeom>
          <a:solidFill>
            <a:srgbClr val="E8553D"/>
          </a:solidFill>
          <a:ln/>
        </p:spPr>
        <p:txBody>
          <a:bodyPr/>
          <a:lstStyle/>
          <a:p>
            <a:endParaRPr lang="en-US"/>
          </a:p>
        </p:txBody>
      </p:sp>
      <p:sp>
        <p:nvSpPr>
          <p:cNvPr id="5" name="Text 3"/>
          <p:cNvSpPr/>
          <p:nvPr/>
        </p:nvSpPr>
        <p:spPr>
          <a:xfrm>
            <a:off x="777240" y="822960"/>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 field is growing, but entry-level is competitive. Be strategic, not desperate.</a:t>
            </a:r>
            <a:endParaRPr lang="en-US" sz="1300" dirty="0"/>
          </a:p>
        </p:txBody>
      </p:sp>
      <p:sp>
        <p:nvSpPr>
          <p:cNvPr id="6" name="Shape 4"/>
          <p:cNvSpPr/>
          <p:nvPr/>
        </p:nvSpPr>
        <p:spPr>
          <a:xfrm>
            <a:off x="548640" y="1399032"/>
            <a:ext cx="54864" cy="457200"/>
          </a:xfrm>
          <a:prstGeom prst="rect">
            <a:avLst/>
          </a:prstGeom>
          <a:solidFill>
            <a:srgbClr val="2B9EA2"/>
          </a:solidFill>
          <a:ln/>
        </p:spPr>
        <p:txBody>
          <a:bodyPr/>
          <a:lstStyle/>
          <a:p>
            <a:endParaRPr lang="en-US"/>
          </a:p>
        </p:txBody>
      </p:sp>
      <p:sp>
        <p:nvSpPr>
          <p:cNvPr id="7" name="Text 5"/>
          <p:cNvSpPr/>
          <p:nvPr/>
        </p:nvSpPr>
        <p:spPr>
          <a:xfrm>
            <a:off x="777240" y="1399032"/>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Find your role family (Builders/Breakers/Defenders/Governors) and go deep.</a:t>
            </a:r>
            <a:endParaRPr lang="en-US" sz="1300" dirty="0"/>
          </a:p>
        </p:txBody>
      </p:sp>
      <p:sp>
        <p:nvSpPr>
          <p:cNvPr id="8" name="Shape 6"/>
          <p:cNvSpPr/>
          <p:nvPr/>
        </p:nvSpPr>
        <p:spPr>
          <a:xfrm>
            <a:off x="548640" y="1975104"/>
            <a:ext cx="54864" cy="457200"/>
          </a:xfrm>
          <a:prstGeom prst="rect">
            <a:avLst/>
          </a:prstGeom>
          <a:solidFill>
            <a:srgbClr val="C4B5FD"/>
          </a:solidFill>
          <a:ln/>
        </p:spPr>
        <p:txBody>
          <a:bodyPr/>
          <a:lstStyle/>
          <a:p>
            <a:endParaRPr lang="en-US"/>
          </a:p>
        </p:txBody>
      </p:sp>
      <p:sp>
        <p:nvSpPr>
          <p:cNvPr id="9" name="Text 7"/>
          <p:cNvSpPr/>
          <p:nvPr/>
        </p:nvSpPr>
        <p:spPr>
          <a:xfrm>
            <a:off x="777240" y="1975104"/>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AI isn't replacing you. But someone who knows AI will outcompete someone who doesn't.</a:t>
            </a:r>
            <a:endParaRPr lang="en-US" sz="1300" dirty="0"/>
          </a:p>
        </p:txBody>
      </p:sp>
      <p:sp>
        <p:nvSpPr>
          <p:cNvPr id="10" name="Shape 8"/>
          <p:cNvSpPr/>
          <p:nvPr/>
        </p:nvSpPr>
        <p:spPr>
          <a:xfrm>
            <a:off x="548640" y="2551176"/>
            <a:ext cx="54864" cy="457200"/>
          </a:xfrm>
          <a:prstGeom prst="rect">
            <a:avLst/>
          </a:prstGeom>
          <a:solidFill>
            <a:srgbClr val="F7B267"/>
          </a:solidFill>
          <a:ln/>
        </p:spPr>
        <p:txBody>
          <a:bodyPr/>
          <a:lstStyle/>
          <a:p>
            <a:endParaRPr lang="en-US"/>
          </a:p>
        </p:txBody>
      </p:sp>
      <p:sp>
        <p:nvSpPr>
          <p:cNvPr id="11" name="Text 9"/>
          <p:cNvSpPr/>
          <p:nvPr/>
        </p:nvSpPr>
        <p:spPr>
          <a:xfrm>
            <a:off x="777240" y="2551176"/>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GRC is the most underrated, least crowded, highest-ceiling path in cyber.</a:t>
            </a:r>
            <a:endParaRPr lang="en-US" sz="1300" dirty="0"/>
          </a:p>
        </p:txBody>
      </p:sp>
      <p:sp>
        <p:nvSpPr>
          <p:cNvPr id="12" name="Shape 10"/>
          <p:cNvSpPr/>
          <p:nvPr/>
        </p:nvSpPr>
        <p:spPr>
          <a:xfrm>
            <a:off x="548640" y="3127248"/>
            <a:ext cx="54864" cy="457200"/>
          </a:xfrm>
          <a:prstGeom prst="rect">
            <a:avLst/>
          </a:prstGeom>
          <a:solidFill>
            <a:srgbClr val="38A169"/>
          </a:solidFill>
          <a:ln/>
        </p:spPr>
        <p:txBody>
          <a:bodyPr/>
          <a:lstStyle/>
          <a:p>
            <a:endParaRPr lang="en-US"/>
          </a:p>
        </p:txBody>
      </p:sp>
      <p:sp>
        <p:nvSpPr>
          <p:cNvPr id="13" name="Text 11"/>
          <p:cNvSpPr/>
          <p:nvPr/>
        </p:nvSpPr>
        <p:spPr>
          <a:xfrm>
            <a:off x="777240" y="3127248"/>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Build in public. Show your work. The best resume is one hiring managers find before you apply.</a:t>
            </a:r>
            <a:endParaRPr lang="en-US" sz="1300" dirty="0"/>
          </a:p>
        </p:txBody>
      </p:sp>
      <p:sp>
        <p:nvSpPr>
          <p:cNvPr id="14" name="Shape 12"/>
          <p:cNvSpPr/>
          <p:nvPr/>
        </p:nvSpPr>
        <p:spPr>
          <a:xfrm>
            <a:off x="548640" y="3703320"/>
            <a:ext cx="54864" cy="457200"/>
          </a:xfrm>
          <a:prstGeom prst="rect">
            <a:avLst/>
          </a:prstGeom>
          <a:solidFill>
            <a:srgbClr val="3B82F6"/>
          </a:solidFill>
          <a:ln/>
        </p:spPr>
        <p:txBody>
          <a:bodyPr/>
          <a:lstStyle/>
          <a:p>
            <a:endParaRPr lang="en-US"/>
          </a:p>
        </p:txBody>
      </p:sp>
      <p:sp>
        <p:nvSpPr>
          <p:cNvPr id="15" name="Text 13"/>
          <p:cNvSpPr/>
          <p:nvPr/>
        </p:nvSpPr>
        <p:spPr>
          <a:xfrm>
            <a:off x="777240" y="3703320"/>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Certifications open doors. Skills keep you in the room. Relationships change your career.</a:t>
            </a:r>
            <a:endParaRPr lang="en-US" sz="1300" dirty="0"/>
          </a:p>
        </p:txBody>
      </p:sp>
      <p:sp>
        <p:nvSpPr>
          <p:cNvPr id="16" name="Shape 14"/>
          <p:cNvSpPr/>
          <p:nvPr/>
        </p:nvSpPr>
        <p:spPr>
          <a:xfrm>
            <a:off x="548640" y="4279392"/>
            <a:ext cx="54864" cy="457200"/>
          </a:xfrm>
          <a:prstGeom prst="rect">
            <a:avLst/>
          </a:prstGeom>
          <a:solidFill>
            <a:srgbClr val="E8553D"/>
          </a:solidFill>
          <a:ln/>
        </p:spPr>
        <p:txBody>
          <a:bodyPr/>
          <a:lstStyle/>
          <a:p>
            <a:endParaRPr lang="en-US"/>
          </a:p>
        </p:txBody>
      </p:sp>
      <p:sp>
        <p:nvSpPr>
          <p:cNvPr id="17" name="Text 15"/>
          <p:cNvSpPr/>
          <p:nvPr/>
        </p:nvSpPr>
        <p:spPr>
          <a:xfrm>
            <a:off x="777240" y="4279392"/>
            <a:ext cx="7772400" cy="45720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Your path will not look like mine. That is the point.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B9EA2"/>
          </a:solidFill>
          <a:ln/>
        </p:spPr>
        <p:txBody>
          <a:bodyPr/>
          <a:lstStyle/>
          <a:p>
            <a:endParaRPr lang="en-US"/>
          </a:p>
        </p:txBody>
      </p:sp>
      <p:sp>
        <p:nvSpPr>
          <p:cNvPr id="3" name="Text 1"/>
          <p:cNvSpPr/>
          <p:nvPr/>
        </p:nvSpPr>
        <p:spPr>
          <a:xfrm>
            <a:off x="548640" y="13716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About the Facilitator</a:t>
            </a:r>
            <a:endParaRPr lang="en-US" sz="2800" dirty="0"/>
          </a:p>
        </p:txBody>
      </p:sp>
      <p:sp>
        <p:nvSpPr>
          <p:cNvPr id="4" name="Text 2"/>
          <p:cNvSpPr/>
          <p:nvPr/>
        </p:nvSpPr>
        <p:spPr>
          <a:xfrm>
            <a:off x="548640" y="594360"/>
            <a:ext cx="4572000" cy="365760"/>
          </a:xfrm>
          <a:prstGeom prst="rect">
            <a:avLst/>
          </a:prstGeom>
          <a:noFill/>
          <a:ln/>
        </p:spPr>
        <p:txBody>
          <a:bodyPr wrap="square" lIns="0" tIns="0" rIns="0" bIns="0" rtlCol="0" anchor="ctr"/>
          <a:lstStyle/>
          <a:p>
            <a:pPr marL="0" indent="0">
              <a:buNone/>
            </a:pPr>
            <a:r>
              <a:rPr lang="en-US" sz="1800" b="1" dirty="0">
                <a:solidFill>
                  <a:srgbClr val="2B9EA2"/>
                </a:solidFill>
                <a:latin typeface="Trebuchet MS" pitchFamily="34" charset="0"/>
                <a:ea typeface="Trebuchet MS" pitchFamily="34" charset="-122"/>
                <a:cs typeface="Trebuchet MS" pitchFamily="34" charset="-120"/>
              </a:rPr>
              <a:t>Rupinder Pal Singh</a:t>
            </a:r>
            <a:endParaRPr lang="en-US" sz="1800" dirty="0"/>
          </a:p>
        </p:txBody>
      </p:sp>
      <p:sp>
        <p:nvSpPr>
          <p:cNvPr id="5" name="Shape 3"/>
          <p:cNvSpPr/>
          <p:nvPr/>
        </p:nvSpPr>
        <p:spPr>
          <a:xfrm>
            <a:off x="548640" y="1051560"/>
            <a:ext cx="868680" cy="274320"/>
          </a:xfrm>
          <a:prstGeom prst="rect">
            <a:avLst/>
          </a:prstGeom>
          <a:solidFill>
            <a:srgbClr val="182635"/>
          </a:solidFill>
          <a:ln/>
        </p:spPr>
        <p:txBody>
          <a:bodyPr/>
          <a:lstStyle/>
          <a:p>
            <a:endParaRPr lang="en-US"/>
          </a:p>
        </p:txBody>
      </p:sp>
      <p:sp>
        <p:nvSpPr>
          <p:cNvPr id="6" name="Text 4"/>
          <p:cNvSpPr/>
          <p:nvPr/>
        </p:nvSpPr>
        <p:spPr>
          <a:xfrm>
            <a:off x="548640" y="1051560"/>
            <a:ext cx="868680" cy="274320"/>
          </a:xfrm>
          <a:prstGeom prst="rect">
            <a:avLst/>
          </a:prstGeom>
          <a:noFill/>
          <a:ln/>
        </p:spPr>
        <p:txBody>
          <a:bodyPr wrap="square" lIns="0" tIns="0" rIns="0" bIns="0" rtlCol="0" anchor="ctr"/>
          <a:lstStyle/>
          <a:p>
            <a:pPr marL="0" indent="0" algn="ctr">
              <a:buNone/>
            </a:pPr>
            <a:r>
              <a:rPr lang="en-US" sz="1000" b="1" dirty="0">
                <a:solidFill>
                  <a:srgbClr val="2B9EA2"/>
                </a:solidFill>
                <a:latin typeface="Trebuchet MS" pitchFamily="34" charset="0"/>
                <a:ea typeface="Trebuchet MS" pitchFamily="34" charset="-122"/>
                <a:cs typeface="Trebuchet MS" pitchFamily="34" charset="-120"/>
              </a:rPr>
              <a:t>CISSP</a:t>
            </a:r>
            <a:endParaRPr lang="en-US" sz="1000" dirty="0"/>
          </a:p>
        </p:txBody>
      </p:sp>
      <p:sp>
        <p:nvSpPr>
          <p:cNvPr id="7" name="Shape 5"/>
          <p:cNvSpPr/>
          <p:nvPr/>
        </p:nvSpPr>
        <p:spPr>
          <a:xfrm>
            <a:off x="1554480" y="1051560"/>
            <a:ext cx="868680" cy="274320"/>
          </a:xfrm>
          <a:prstGeom prst="rect">
            <a:avLst/>
          </a:prstGeom>
          <a:solidFill>
            <a:srgbClr val="182635"/>
          </a:solidFill>
          <a:ln/>
        </p:spPr>
        <p:txBody>
          <a:bodyPr/>
          <a:lstStyle/>
          <a:p>
            <a:endParaRPr lang="en-US"/>
          </a:p>
        </p:txBody>
      </p:sp>
      <p:sp>
        <p:nvSpPr>
          <p:cNvPr id="8" name="Text 6"/>
          <p:cNvSpPr/>
          <p:nvPr/>
        </p:nvSpPr>
        <p:spPr>
          <a:xfrm>
            <a:off x="1554480" y="1051560"/>
            <a:ext cx="868680" cy="274320"/>
          </a:xfrm>
          <a:prstGeom prst="rect">
            <a:avLst/>
          </a:prstGeom>
          <a:noFill/>
          <a:ln/>
        </p:spPr>
        <p:txBody>
          <a:bodyPr wrap="square" lIns="0" tIns="0" rIns="0" bIns="0" rtlCol="0" anchor="ctr"/>
          <a:lstStyle/>
          <a:p>
            <a:pPr marL="0" indent="0" algn="ctr">
              <a:buNone/>
            </a:pPr>
            <a:r>
              <a:rPr lang="en-US" sz="1000" b="1" dirty="0">
                <a:solidFill>
                  <a:srgbClr val="2B9EA2"/>
                </a:solidFill>
                <a:latin typeface="Trebuchet MS" pitchFamily="34" charset="0"/>
                <a:ea typeface="Trebuchet MS" pitchFamily="34" charset="-122"/>
                <a:cs typeface="Trebuchet MS" pitchFamily="34" charset="-120"/>
              </a:rPr>
              <a:t>CISM</a:t>
            </a:r>
            <a:endParaRPr lang="en-US" sz="1000" dirty="0"/>
          </a:p>
        </p:txBody>
      </p:sp>
      <p:sp>
        <p:nvSpPr>
          <p:cNvPr id="9" name="Shape 7"/>
          <p:cNvSpPr/>
          <p:nvPr/>
        </p:nvSpPr>
        <p:spPr>
          <a:xfrm>
            <a:off x="2560320" y="1051560"/>
            <a:ext cx="868680" cy="274320"/>
          </a:xfrm>
          <a:prstGeom prst="rect">
            <a:avLst/>
          </a:prstGeom>
          <a:solidFill>
            <a:srgbClr val="182635"/>
          </a:solidFill>
          <a:ln/>
        </p:spPr>
        <p:txBody>
          <a:bodyPr/>
          <a:lstStyle/>
          <a:p>
            <a:endParaRPr lang="en-US"/>
          </a:p>
        </p:txBody>
      </p:sp>
      <p:sp>
        <p:nvSpPr>
          <p:cNvPr id="10" name="Text 8"/>
          <p:cNvSpPr/>
          <p:nvPr/>
        </p:nvSpPr>
        <p:spPr>
          <a:xfrm>
            <a:off x="2560320" y="1051560"/>
            <a:ext cx="868680" cy="274320"/>
          </a:xfrm>
          <a:prstGeom prst="rect">
            <a:avLst/>
          </a:prstGeom>
          <a:noFill/>
          <a:ln/>
        </p:spPr>
        <p:txBody>
          <a:bodyPr wrap="square" lIns="0" tIns="0" rIns="0" bIns="0" rtlCol="0" anchor="ctr"/>
          <a:lstStyle/>
          <a:p>
            <a:pPr marL="0" indent="0" algn="ctr">
              <a:buNone/>
            </a:pPr>
            <a:r>
              <a:rPr lang="en-US" sz="1000" b="1" dirty="0">
                <a:solidFill>
                  <a:srgbClr val="2B9EA2"/>
                </a:solidFill>
                <a:latin typeface="Trebuchet MS" pitchFamily="34" charset="0"/>
                <a:ea typeface="Trebuchet MS" pitchFamily="34" charset="-122"/>
                <a:cs typeface="Trebuchet MS" pitchFamily="34" charset="-120"/>
              </a:rPr>
              <a:t>CISA</a:t>
            </a:r>
            <a:endParaRPr lang="en-US" sz="1000" dirty="0"/>
          </a:p>
        </p:txBody>
      </p:sp>
      <p:sp>
        <p:nvSpPr>
          <p:cNvPr id="11" name="Shape 9"/>
          <p:cNvSpPr/>
          <p:nvPr/>
        </p:nvSpPr>
        <p:spPr>
          <a:xfrm>
            <a:off x="3566160" y="1051560"/>
            <a:ext cx="868680" cy="274320"/>
          </a:xfrm>
          <a:prstGeom prst="rect">
            <a:avLst/>
          </a:prstGeom>
          <a:solidFill>
            <a:srgbClr val="182635"/>
          </a:solidFill>
          <a:ln/>
        </p:spPr>
        <p:txBody>
          <a:bodyPr/>
          <a:lstStyle/>
          <a:p>
            <a:endParaRPr lang="en-US"/>
          </a:p>
        </p:txBody>
      </p:sp>
      <p:sp>
        <p:nvSpPr>
          <p:cNvPr id="12" name="Text 10"/>
          <p:cNvSpPr/>
          <p:nvPr/>
        </p:nvSpPr>
        <p:spPr>
          <a:xfrm>
            <a:off x="3566160" y="1051560"/>
            <a:ext cx="868680" cy="274320"/>
          </a:xfrm>
          <a:prstGeom prst="rect">
            <a:avLst/>
          </a:prstGeom>
          <a:noFill/>
          <a:ln/>
        </p:spPr>
        <p:txBody>
          <a:bodyPr wrap="square" lIns="0" tIns="0" rIns="0" bIns="0" rtlCol="0" anchor="ctr"/>
          <a:lstStyle/>
          <a:p>
            <a:pPr marL="0" indent="0" algn="ctr">
              <a:buNone/>
            </a:pPr>
            <a:r>
              <a:rPr lang="en-US" sz="1000" b="1" dirty="0">
                <a:solidFill>
                  <a:srgbClr val="2B9EA2"/>
                </a:solidFill>
                <a:latin typeface="Trebuchet MS" pitchFamily="34" charset="0"/>
                <a:ea typeface="Trebuchet MS" pitchFamily="34" charset="-122"/>
                <a:cs typeface="Trebuchet MS" pitchFamily="34" charset="-120"/>
              </a:rPr>
              <a:t>CRISC</a:t>
            </a:r>
            <a:endParaRPr lang="en-US" sz="1000" dirty="0"/>
          </a:p>
        </p:txBody>
      </p:sp>
      <p:sp>
        <p:nvSpPr>
          <p:cNvPr id="13" name="Text 11"/>
          <p:cNvSpPr/>
          <p:nvPr/>
        </p:nvSpPr>
        <p:spPr>
          <a:xfrm>
            <a:off x="548640" y="1463040"/>
            <a:ext cx="7772400" cy="3017520"/>
          </a:xfrm>
          <a:prstGeom prst="rect">
            <a:avLst/>
          </a:prstGeom>
          <a:noFill/>
          <a:ln/>
        </p:spPr>
        <p:txBody>
          <a:bodyPr wrap="square" rtlCol="0" anchor="ctr"/>
          <a:lstStyle/>
          <a:p>
            <a:pPr marL="342900" indent="-342900">
              <a:spcAft>
                <a:spcPts val="300"/>
              </a:spcAft>
              <a:buSzPct val="100000"/>
              <a:buChar char="•"/>
            </a:pPr>
            <a:r>
              <a:rPr lang="en-US" sz="1200" dirty="0">
                <a:solidFill>
                  <a:srgbClr val="CBD5E0"/>
                </a:solidFill>
                <a:latin typeface="Calibri" pitchFamily="34" charset="0"/>
                <a:ea typeface="Calibri" pitchFamily="34" charset="-122"/>
                <a:cs typeface="Calibri" pitchFamily="34" charset="-120"/>
              </a:rPr>
              <a:t>16+ years across cybersecurity, audit, risk, compliance, and privacy</a:t>
            </a:r>
            <a:endParaRPr lang="en-US" sz="1200" dirty="0"/>
          </a:p>
          <a:p>
            <a:pPr marL="342900" indent="-342900">
              <a:spcAft>
                <a:spcPts val="300"/>
              </a:spcAft>
              <a:buSzPct val="100000"/>
              <a:buChar char="•"/>
            </a:pPr>
            <a:r>
              <a:rPr lang="en-US" sz="1200" dirty="0">
                <a:solidFill>
                  <a:srgbClr val="CBD5E0"/>
                </a:solidFill>
                <a:latin typeface="Calibri" pitchFamily="34" charset="0"/>
                <a:ea typeface="Calibri" pitchFamily="34" charset="-122"/>
                <a:cs typeface="Calibri" pitchFamily="34" charset="-120"/>
              </a:rPr>
              <a:t>Manager, Information Security at NiCE (cloud contact center)</a:t>
            </a:r>
            <a:endParaRPr lang="en-US" sz="1200" dirty="0"/>
          </a:p>
          <a:p>
            <a:pPr marL="342900" indent="-342900">
              <a:spcAft>
                <a:spcPts val="300"/>
              </a:spcAft>
              <a:buSzPct val="100000"/>
              <a:buChar char="•"/>
            </a:pPr>
            <a:r>
              <a:rPr lang="en-US" sz="1200" dirty="0">
                <a:solidFill>
                  <a:srgbClr val="CBD5E0"/>
                </a:solidFill>
                <a:latin typeface="Calibri" pitchFamily="34" charset="0"/>
                <a:ea typeface="Calibri" pitchFamily="34" charset="-122"/>
                <a:cs typeface="Calibri" pitchFamily="34" charset="-120"/>
              </a:rPr>
              <a:t>Leads global teams across the US, UK, EU, Australia, and Philippines</a:t>
            </a:r>
            <a:endParaRPr lang="en-US" sz="1200" dirty="0"/>
          </a:p>
          <a:p>
            <a:pPr marL="342900" indent="-342900">
              <a:spcAft>
                <a:spcPts val="300"/>
              </a:spcAft>
              <a:buSzPct val="100000"/>
              <a:buChar char="•"/>
            </a:pPr>
            <a:r>
              <a:rPr lang="en-US" sz="1200" dirty="0">
                <a:solidFill>
                  <a:srgbClr val="CBD5E0"/>
                </a:solidFill>
                <a:latin typeface="Calibri" pitchFamily="34" charset="0"/>
                <a:ea typeface="Calibri" pitchFamily="34" charset="-122"/>
                <a:cs typeface="Calibri" pitchFamily="34" charset="-120"/>
              </a:rPr>
              <a:t>Programs: FedRAMP, SOC 2, PCI DSS, ISO 27001, ISO 42001</a:t>
            </a:r>
            <a:endParaRPr lang="en-US" sz="1200" dirty="0"/>
          </a:p>
          <a:p>
            <a:pPr marL="342900" indent="-342900">
              <a:spcAft>
                <a:spcPts val="300"/>
              </a:spcAft>
              <a:buSzPct val="100000"/>
              <a:buChar char="•"/>
            </a:pPr>
            <a:r>
              <a:rPr lang="en-US" sz="1200" dirty="0">
                <a:solidFill>
                  <a:schemeClr val="bg1"/>
                </a:solidFill>
                <a:latin typeface="Calibri" pitchFamily="34" charset="0"/>
                <a:ea typeface="Calibri" pitchFamily="34" charset="-122"/>
                <a:cs typeface="Calibri" pitchFamily="34" charset="-120"/>
              </a:rPr>
              <a:t>Dual Master's: Cybersecurity &amp; Clinical Mental Health Counseling</a:t>
            </a:r>
            <a:endParaRPr lang="en-US" sz="1200" dirty="0">
              <a:solidFill>
                <a:schemeClr val="bg1"/>
              </a:solidFill>
            </a:endParaRPr>
          </a:p>
          <a:p>
            <a:pPr marL="342900" indent="-342900">
              <a:spcAft>
                <a:spcPts val="300"/>
              </a:spcAft>
              <a:buSzPct val="100000"/>
              <a:buChar char="•"/>
            </a:pPr>
            <a:r>
              <a:rPr lang="en-US" sz="1200" dirty="0">
                <a:solidFill>
                  <a:srgbClr val="CBD5E0"/>
                </a:solidFill>
                <a:latin typeface="Calibri" pitchFamily="34" charset="0"/>
                <a:ea typeface="Calibri" pitchFamily="34" charset="-122"/>
                <a:cs typeface="Calibri" pitchFamily="34" charset="-120"/>
              </a:rPr>
              <a:t>ISACA contributor: exam item writer, manual reviewer, scholarship judge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Background Image" descr="preencoded.png">
            <a:extLst>
              <a:ext uri="{FF2B5EF4-FFF2-40B4-BE49-F238E27FC236}">
                <a16:creationId xmlns:a16="http://schemas.microsoft.com/office/drawing/2014/main" id="{6E400FEA-E136-D3D2-8A1E-91C0FA71E01C}"/>
              </a:ext>
            </a:extLst>
          </p:cNvPr>
          <p:cNvPicPr>
            <a:picLocks noChangeAspect="1"/>
          </p:cNvPicPr>
          <p:nvPr/>
        </p:nvPicPr>
        <p:blipFill>
          <a:blip r:embed="rId3"/>
          <a:stretch>
            <a:fillRect/>
          </a:stretch>
        </p:blipFill>
        <p:spPr>
          <a:xfrm>
            <a:off x="-7144" y="0"/>
            <a:ext cx="9144000" cy="5143500"/>
          </a:xfrm>
          <a:prstGeom prst="rect">
            <a:avLst/>
          </a:prstGeom>
        </p:spPr>
      </p:pic>
      <p:sp>
        <p:nvSpPr>
          <p:cNvPr id="6" name="Text 3"/>
          <p:cNvSpPr/>
          <p:nvPr/>
        </p:nvSpPr>
        <p:spPr>
          <a:xfrm>
            <a:off x="571500" y="2171002"/>
            <a:ext cx="4000500" cy="40005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F0F4FF">
                    <a:alpha val="55000"/>
                  </a:srgbClr>
                </a:solidFill>
                <a:latin typeface="Calibri" pitchFamily="34" charset="0"/>
                <a:ea typeface="Calibri" pitchFamily="34" charset="-122"/>
                <a:cs typeface="Calibri" pitchFamily="34" charset="-120"/>
              </a:rPr>
              <a:t>Questions, conversations, and connections are all welcome.</a:t>
            </a:r>
            <a:endParaRPr lang="en-US" sz="1050" dirty="0"/>
          </a:p>
        </p:txBody>
      </p:sp>
      <p:sp>
        <p:nvSpPr>
          <p:cNvPr id="9" name="Text 6"/>
          <p:cNvSpPr/>
          <p:nvPr/>
        </p:nvSpPr>
        <p:spPr>
          <a:xfrm>
            <a:off x="1608871" y="1492081"/>
            <a:ext cx="2192203" cy="209160"/>
          </a:xfrm>
          <a:prstGeom prst="rect">
            <a:avLst/>
          </a:prstGeom>
          <a:noFill/>
          <a:ln/>
        </p:spPr>
        <p:txBody>
          <a:bodyPr wrap="none" lIns="0" tIns="0" rIns="0" bIns="0" rtlCol="0" anchor="t">
            <a:spAutoFit/>
          </a:bodyPr>
          <a:lstStyle/>
          <a:p>
            <a:pPr marL="0" indent="0" algn="l">
              <a:lnSpc>
                <a:spcPts val="1400"/>
              </a:lnSpc>
              <a:buNone/>
            </a:pPr>
            <a:r>
              <a:rPr lang="en-US" sz="2200" b="1" dirty="0">
                <a:solidFill>
                  <a:srgbClr val="F0F4FF"/>
                </a:solidFill>
                <a:latin typeface="Calibri" pitchFamily="34" charset="0"/>
                <a:ea typeface="Calibri" pitchFamily="34" charset="-122"/>
                <a:cs typeface="Calibri" pitchFamily="34" charset="-120"/>
              </a:rPr>
              <a:t>Rupinder Pal Singh</a:t>
            </a:r>
            <a:endParaRPr lang="en-US" sz="2200" dirty="0"/>
          </a:p>
        </p:txBody>
      </p:sp>
      <p:sp>
        <p:nvSpPr>
          <p:cNvPr id="10" name="Text 7"/>
          <p:cNvSpPr/>
          <p:nvPr/>
        </p:nvSpPr>
        <p:spPr>
          <a:xfrm>
            <a:off x="1608871" y="1774282"/>
            <a:ext cx="1439497" cy="108748"/>
          </a:xfrm>
          <a:prstGeom prst="rect">
            <a:avLst/>
          </a:prstGeom>
          <a:noFill/>
          <a:ln/>
        </p:spPr>
        <p:txBody>
          <a:bodyPr wrap="none" lIns="0" tIns="0" rIns="0" bIns="0" rtlCol="0" anchor="t">
            <a:spAutoFit/>
          </a:bodyPr>
          <a:lstStyle/>
          <a:p>
            <a:pPr marL="0" indent="0" algn="l">
              <a:lnSpc>
                <a:spcPts val="900"/>
              </a:lnSpc>
              <a:buNone/>
            </a:pPr>
            <a:r>
              <a:rPr lang="en-US" sz="674" dirty="0">
                <a:solidFill>
                  <a:srgbClr val="F0F4FF">
                    <a:alpha val="45000"/>
                  </a:srgbClr>
                </a:solidFill>
                <a:latin typeface="Trebuchet MS" pitchFamily="34" charset="0"/>
                <a:ea typeface="Trebuchet MS" pitchFamily="34" charset="-122"/>
                <a:cs typeface="Trebuchet MS" pitchFamily="34" charset="-120"/>
              </a:rPr>
              <a:t>Manager, Information Security | NiCE</a:t>
            </a:r>
            <a:endParaRPr lang="en-US" sz="674" dirty="0"/>
          </a:p>
        </p:txBody>
      </p:sp>
      <p:sp>
        <p:nvSpPr>
          <p:cNvPr id="12" name="Shape 9"/>
          <p:cNvSpPr/>
          <p:nvPr/>
        </p:nvSpPr>
        <p:spPr>
          <a:xfrm>
            <a:off x="571500" y="3678334"/>
            <a:ext cx="4000500" cy="7144"/>
          </a:xfrm>
          <a:prstGeom prst="rect">
            <a:avLst/>
          </a:prstGeom>
          <a:solidFill>
            <a:srgbClr val="FFDACD"/>
          </a:solidFill>
          <a:ln/>
        </p:spPr>
        <p:txBody>
          <a:bodyPr/>
          <a:lstStyle/>
          <a:p>
            <a:endParaRPr lang="en-US"/>
          </a:p>
        </p:txBody>
      </p:sp>
      <p:sp>
        <p:nvSpPr>
          <p:cNvPr id="13" name="Shape 10"/>
          <p:cNvSpPr/>
          <p:nvPr/>
        </p:nvSpPr>
        <p:spPr>
          <a:xfrm>
            <a:off x="4564856" y="3678334"/>
            <a:ext cx="7144" cy="869361"/>
          </a:xfrm>
          <a:prstGeom prst="rect">
            <a:avLst/>
          </a:prstGeom>
          <a:solidFill>
            <a:srgbClr val="FFDACD"/>
          </a:solidFill>
          <a:ln/>
        </p:spPr>
        <p:txBody>
          <a:bodyPr/>
          <a:lstStyle/>
          <a:p>
            <a:endParaRPr lang="en-US"/>
          </a:p>
        </p:txBody>
      </p:sp>
      <p:sp>
        <p:nvSpPr>
          <p:cNvPr id="14" name="Shape 11"/>
          <p:cNvSpPr/>
          <p:nvPr/>
        </p:nvSpPr>
        <p:spPr>
          <a:xfrm>
            <a:off x="571500" y="4540551"/>
            <a:ext cx="4000500" cy="7144"/>
          </a:xfrm>
          <a:prstGeom prst="rect">
            <a:avLst/>
          </a:prstGeom>
          <a:solidFill>
            <a:srgbClr val="FFDACD"/>
          </a:solidFill>
          <a:ln/>
        </p:spPr>
        <p:txBody>
          <a:bodyPr/>
          <a:lstStyle/>
          <a:p>
            <a:endParaRPr lang="en-US"/>
          </a:p>
        </p:txBody>
      </p:sp>
      <p:sp>
        <p:nvSpPr>
          <p:cNvPr id="15" name="Shape 12"/>
          <p:cNvSpPr/>
          <p:nvPr/>
        </p:nvSpPr>
        <p:spPr>
          <a:xfrm>
            <a:off x="571500" y="3678334"/>
            <a:ext cx="28575" cy="869361"/>
          </a:xfrm>
          <a:prstGeom prst="rect">
            <a:avLst/>
          </a:prstGeom>
          <a:solidFill>
            <a:srgbClr val="FF6B35"/>
          </a:solidFill>
          <a:ln/>
        </p:spPr>
        <p:txBody>
          <a:bodyPr/>
          <a:lstStyle/>
          <a:p>
            <a:endParaRPr lang="en-US"/>
          </a:p>
        </p:txBody>
      </p:sp>
      <p:sp>
        <p:nvSpPr>
          <p:cNvPr id="16" name="Text 13"/>
          <p:cNvSpPr/>
          <p:nvPr/>
        </p:nvSpPr>
        <p:spPr>
          <a:xfrm>
            <a:off x="714375" y="3799777"/>
            <a:ext cx="3714750" cy="103584"/>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FF6B35"/>
                </a:solidFill>
                <a:latin typeface="Trebuchet MS" pitchFamily="34" charset="0"/>
                <a:ea typeface="Trebuchet MS" pitchFamily="34" charset="-122"/>
                <a:cs typeface="Trebuchet MS" pitchFamily="34" charset="-120"/>
              </a:rPr>
              <a:t>OPEN INVITATION</a:t>
            </a:r>
            <a:endParaRPr lang="en-US" sz="534" dirty="0"/>
          </a:p>
        </p:txBody>
      </p:sp>
      <p:sp>
        <p:nvSpPr>
          <p:cNvPr id="17" name="Text 14"/>
          <p:cNvSpPr/>
          <p:nvPr/>
        </p:nvSpPr>
        <p:spPr>
          <a:xfrm>
            <a:off x="714375" y="3946224"/>
            <a:ext cx="3714750" cy="316369"/>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F0F4FF">
                    <a:alpha val="70000"/>
                  </a:srgbClr>
                </a:solidFill>
                <a:latin typeface="Calibri" pitchFamily="34" charset="0"/>
                <a:ea typeface="Calibri" pitchFamily="34" charset="-122"/>
                <a:cs typeface="Calibri" pitchFamily="34" charset="-120"/>
              </a:rPr>
              <a:t>Come find me after. Whether you are just starting out, pivoting careers, or trying to level up.  I am here for the conversation. </a:t>
            </a:r>
            <a:endParaRPr lang="en-US" sz="727" dirty="0"/>
          </a:p>
        </p:txBody>
      </p:sp>
      <p:sp>
        <p:nvSpPr>
          <p:cNvPr id="21" name="Shape 18"/>
          <p:cNvSpPr/>
          <p:nvPr/>
        </p:nvSpPr>
        <p:spPr>
          <a:xfrm>
            <a:off x="8565356" y="1208410"/>
            <a:ext cx="7144" cy="863278"/>
          </a:xfrm>
          <a:prstGeom prst="rect">
            <a:avLst/>
          </a:prstGeom>
          <a:solidFill>
            <a:srgbClr val="9DA0B0"/>
          </a:solidFill>
          <a:ln/>
        </p:spPr>
        <p:txBody>
          <a:bodyPr/>
          <a:lstStyle/>
          <a:p>
            <a:endParaRPr lang="en-US"/>
          </a:p>
        </p:txBody>
      </p:sp>
      <p:sp>
        <p:nvSpPr>
          <p:cNvPr id="26" name="Text 23"/>
          <p:cNvSpPr/>
          <p:nvPr/>
        </p:nvSpPr>
        <p:spPr>
          <a:xfrm>
            <a:off x="1608871" y="971173"/>
            <a:ext cx="1986121" cy="131574"/>
          </a:xfrm>
          <a:prstGeom prst="rect">
            <a:avLst/>
          </a:prstGeom>
          <a:noFill/>
          <a:ln/>
        </p:spPr>
        <p:txBody>
          <a:bodyPr wrap="none" lIns="0" tIns="0" rIns="0" bIns="0" rtlCol="0" anchor="t">
            <a:spAutoFit/>
          </a:bodyPr>
          <a:lstStyle/>
          <a:p>
            <a:pPr>
              <a:lnSpc>
                <a:spcPts val="1100"/>
              </a:lnSpc>
            </a:pPr>
            <a:r>
              <a:rPr lang="en-US" sz="784" b="1" dirty="0">
                <a:solidFill>
                  <a:srgbClr val="00D4FF"/>
                </a:solidFill>
                <a:latin typeface="Trebuchet MS" pitchFamily="34" charset="0"/>
                <a:ea typeface="Trebuchet MS" pitchFamily="34" charset="-122"/>
                <a:cs typeface="Trebuchet MS" pitchFamily="34" charset="-120"/>
              </a:rPr>
              <a:t>linkedin.com/in/</a:t>
            </a:r>
            <a:r>
              <a:rPr lang="en-US" sz="784" b="1" dirty="0" err="1">
                <a:solidFill>
                  <a:srgbClr val="00D4FF"/>
                </a:solidFill>
                <a:latin typeface="Trebuchet MS" pitchFamily="34" charset="0"/>
                <a:ea typeface="Trebuchet MS" pitchFamily="34" charset="-122"/>
                <a:cs typeface="Trebuchet MS" pitchFamily="34" charset="-120"/>
              </a:rPr>
              <a:t>rupinderpalsinghsecurity</a:t>
            </a:r>
            <a:r>
              <a:rPr lang="en-US" sz="784" b="1" dirty="0">
                <a:solidFill>
                  <a:srgbClr val="00D4FF"/>
                </a:solidFill>
                <a:latin typeface="Trebuchet MS" pitchFamily="34" charset="0"/>
                <a:ea typeface="Trebuchet MS" pitchFamily="34" charset="-122"/>
                <a:cs typeface="Trebuchet MS" pitchFamily="34" charset="-120"/>
              </a:rPr>
              <a:t>/</a:t>
            </a:r>
            <a:endParaRPr lang="en-US" sz="784" dirty="0"/>
          </a:p>
        </p:txBody>
      </p:sp>
      <p:sp>
        <p:nvSpPr>
          <p:cNvPr id="27" name="Text 24"/>
          <p:cNvSpPr/>
          <p:nvPr/>
        </p:nvSpPr>
        <p:spPr>
          <a:xfrm>
            <a:off x="1608871" y="1242269"/>
            <a:ext cx="2750344" cy="239985"/>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F0F4FF">
                    <a:alpha val="40000"/>
                  </a:srgbClr>
                </a:solidFill>
                <a:latin typeface="Calibri" pitchFamily="34" charset="0"/>
                <a:ea typeface="Calibri" pitchFamily="34" charset="-122"/>
                <a:cs typeface="Calibri" pitchFamily="34" charset="-120"/>
              </a:rPr>
              <a:t>Connect for ongoing career conversations, resources, and job leads in cybersecurity.</a:t>
            </a:r>
            <a:endParaRPr lang="en-US" sz="621" dirty="0"/>
          </a:p>
        </p:txBody>
      </p:sp>
      <p:sp>
        <p:nvSpPr>
          <p:cNvPr id="29" name="Shape 26"/>
          <p:cNvSpPr/>
          <p:nvPr/>
        </p:nvSpPr>
        <p:spPr>
          <a:xfrm>
            <a:off x="5181005" y="3193398"/>
            <a:ext cx="3429000" cy="21431"/>
          </a:xfrm>
          <a:prstGeom prst="rect">
            <a:avLst/>
          </a:prstGeom>
          <a:solidFill>
            <a:srgbClr val="00D4FF"/>
          </a:solidFill>
          <a:ln/>
        </p:spPr>
        <p:txBody>
          <a:bodyPr/>
          <a:lstStyle/>
          <a:p>
            <a:endParaRPr lang="en-US"/>
          </a:p>
        </p:txBody>
      </p:sp>
      <p:sp>
        <p:nvSpPr>
          <p:cNvPr id="32" name="Shape 29"/>
          <p:cNvSpPr/>
          <p:nvPr/>
        </p:nvSpPr>
        <p:spPr>
          <a:xfrm>
            <a:off x="5171082" y="3207308"/>
            <a:ext cx="7144" cy="863278"/>
          </a:xfrm>
          <a:prstGeom prst="rect">
            <a:avLst/>
          </a:prstGeom>
          <a:solidFill>
            <a:srgbClr val="9DA0B0"/>
          </a:solidFill>
          <a:ln/>
        </p:spPr>
        <p:txBody>
          <a:bodyPr/>
          <a:lstStyle/>
          <a:p>
            <a:endParaRPr lang="en-US"/>
          </a:p>
        </p:txBody>
      </p:sp>
      <p:sp>
        <p:nvSpPr>
          <p:cNvPr id="35" name="Text 32"/>
          <p:cNvSpPr/>
          <p:nvPr/>
        </p:nvSpPr>
        <p:spPr>
          <a:xfrm>
            <a:off x="5306447" y="3342266"/>
            <a:ext cx="1569340" cy="131574"/>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4FF"/>
                </a:solidFill>
                <a:latin typeface="Trebuchet MS" pitchFamily="34" charset="0"/>
                <a:ea typeface="Trebuchet MS" pitchFamily="34" charset="-122"/>
                <a:cs typeface="Trebuchet MS" pitchFamily="34" charset="-120"/>
              </a:rPr>
              <a:t>Interactive Defense in Depth Map</a:t>
            </a:r>
            <a:endParaRPr lang="en-US" sz="784" dirty="0"/>
          </a:p>
        </p:txBody>
      </p:sp>
      <p:sp>
        <p:nvSpPr>
          <p:cNvPr id="36" name="Text 33"/>
          <p:cNvSpPr/>
          <p:nvPr/>
        </p:nvSpPr>
        <p:spPr>
          <a:xfrm>
            <a:off x="5306447" y="3708494"/>
            <a:ext cx="1704705" cy="338426"/>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F0F4FF">
                    <a:alpha val="40000"/>
                  </a:srgbClr>
                </a:solidFill>
                <a:latin typeface="Calibri" pitchFamily="34" charset="0"/>
                <a:ea typeface="Calibri" pitchFamily="34" charset="-122"/>
                <a:cs typeface="Calibri" pitchFamily="34" charset="-120"/>
              </a:rPr>
              <a:t>All 40+ roles, salary ranges, certifications, career paths, and day-in-life details. Explore at your own pace.</a:t>
            </a:r>
            <a:endParaRPr lang="en-US" sz="621" dirty="0"/>
          </a:p>
        </p:txBody>
      </p:sp>
      <p:sp>
        <p:nvSpPr>
          <p:cNvPr id="42" name="Shape 39"/>
          <p:cNvSpPr/>
          <p:nvPr/>
        </p:nvSpPr>
        <p:spPr>
          <a:xfrm>
            <a:off x="0" y="4823817"/>
            <a:ext cx="9144000" cy="319683"/>
          </a:xfrm>
          <a:prstGeom prst="rect">
            <a:avLst/>
          </a:prstGeom>
          <a:solidFill>
            <a:srgbClr val="00D4FF">
              <a:alpha val="6000"/>
            </a:srgbClr>
          </a:solidFill>
          <a:ln/>
        </p:spPr>
        <p:txBody>
          <a:bodyPr/>
          <a:lstStyle/>
          <a:p>
            <a:endParaRPr lang="en-US"/>
          </a:p>
        </p:txBody>
      </p:sp>
      <p:sp>
        <p:nvSpPr>
          <p:cNvPr id="43" name="Shape 40"/>
          <p:cNvSpPr/>
          <p:nvPr/>
        </p:nvSpPr>
        <p:spPr>
          <a:xfrm>
            <a:off x="0" y="4823817"/>
            <a:ext cx="9144000" cy="7144"/>
          </a:xfrm>
          <a:prstGeom prst="rect">
            <a:avLst/>
          </a:prstGeom>
          <a:solidFill>
            <a:srgbClr val="E0FAFF"/>
          </a:solidFill>
          <a:ln/>
        </p:spPr>
        <p:txBody>
          <a:bodyPr/>
          <a:lstStyle/>
          <a:p>
            <a:endParaRPr lang="en-US"/>
          </a:p>
        </p:txBody>
      </p:sp>
      <p:sp>
        <p:nvSpPr>
          <p:cNvPr id="44" name="Text 41"/>
          <p:cNvSpPr/>
          <p:nvPr/>
        </p:nvSpPr>
        <p:spPr>
          <a:xfrm>
            <a:off x="571500" y="4930973"/>
            <a:ext cx="3361498" cy="97399"/>
          </a:xfrm>
          <a:prstGeom prst="rect">
            <a:avLst/>
          </a:prstGeom>
          <a:noFill/>
          <a:ln/>
        </p:spPr>
        <p:txBody>
          <a:bodyPr wrap="none" lIns="0" tIns="0" rIns="0" bIns="0" rtlCol="0" anchor="t">
            <a:spAutoFit/>
          </a:bodyPr>
          <a:lstStyle/>
          <a:p>
            <a:pPr marL="0" indent="0" algn="l">
              <a:lnSpc>
                <a:spcPts val="800"/>
              </a:lnSpc>
              <a:buNone/>
            </a:pPr>
            <a:r>
              <a:rPr lang="en-US" sz="621" dirty="0">
                <a:solidFill>
                  <a:srgbClr val="F0F4FF">
                    <a:alpha val="35000"/>
                  </a:srgbClr>
                </a:solidFill>
                <a:latin typeface="Trebuchet MS" pitchFamily="34" charset="0"/>
                <a:ea typeface="Trebuchet MS" pitchFamily="34" charset="-122"/>
                <a:cs typeface="Trebuchet MS" pitchFamily="34" charset="-120"/>
              </a:rPr>
              <a:t>Rupinder Pal Singh · </a:t>
            </a:r>
            <a:r>
              <a:rPr lang="en-US" sz="621" dirty="0" err="1">
                <a:solidFill>
                  <a:srgbClr val="F0F4FF">
                    <a:alpha val="35000"/>
                  </a:srgbClr>
                </a:solidFill>
                <a:latin typeface="Trebuchet MS" pitchFamily="34" charset="0"/>
                <a:ea typeface="Trebuchet MS" pitchFamily="34" charset="-122"/>
                <a:cs typeface="Trebuchet MS" pitchFamily="34" charset="-120"/>
              </a:rPr>
              <a:t>BSides</a:t>
            </a:r>
            <a:r>
              <a:rPr lang="en-US" sz="621" dirty="0">
                <a:solidFill>
                  <a:srgbClr val="F0F4FF">
                    <a:alpha val="35000"/>
                  </a:srgbClr>
                </a:solidFill>
                <a:latin typeface="Trebuchet MS" pitchFamily="34" charset="0"/>
                <a:ea typeface="Trebuchet MS" pitchFamily="34" charset="-122"/>
                <a:cs typeface="Trebuchet MS" pitchFamily="34" charset="-120"/>
              </a:rPr>
              <a:t> Salt Lake City 2026 · Cybersecurity Careers: No Hype, Just Reality</a:t>
            </a:r>
            <a:endParaRPr lang="en-US" sz="621" dirty="0"/>
          </a:p>
        </p:txBody>
      </p:sp>
      <p:sp>
        <p:nvSpPr>
          <p:cNvPr id="45" name="Text 42"/>
          <p:cNvSpPr/>
          <p:nvPr/>
        </p:nvSpPr>
        <p:spPr>
          <a:xfrm>
            <a:off x="7743825" y="4930973"/>
            <a:ext cx="828675" cy="112514"/>
          </a:xfrm>
          <a:prstGeom prst="rect">
            <a:avLst/>
          </a:prstGeom>
          <a:noFill/>
          <a:ln/>
        </p:spPr>
        <p:txBody>
          <a:bodyPr wrap="none" lIns="0" tIns="0" rIns="0" bIns="0" rtlCol="0" anchor="t">
            <a:spAutoFit/>
          </a:bodyPr>
          <a:lstStyle/>
          <a:p>
            <a:pPr marL="0" indent="0" algn="l">
              <a:lnSpc>
                <a:spcPts val="800"/>
              </a:lnSpc>
              <a:buNone/>
            </a:pPr>
            <a:r>
              <a:rPr lang="en-US" sz="621" dirty="0">
                <a:solidFill>
                  <a:srgbClr val="00D4FF">
                    <a:alpha val="50000"/>
                  </a:srgbClr>
                </a:solidFill>
                <a:latin typeface="Trebuchet MS" pitchFamily="34" charset="0"/>
                <a:ea typeface="Trebuchet MS" pitchFamily="34" charset="-122"/>
                <a:cs typeface="Trebuchet MS" pitchFamily="34" charset="-120"/>
              </a:rPr>
              <a:t>You belong here.</a:t>
            </a:r>
            <a:endParaRPr lang="en-US" sz="621" dirty="0"/>
          </a:p>
        </p:txBody>
      </p:sp>
      <p:pic>
        <p:nvPicPr>
          <p:cNvPr id="38" name="Picture 37">
            <a:extLst>
              <a:ext uri="{FF2B5EF4-FFF2-40B4-BE49-F238E27FC236}">
                <a16:creationId xmlns:a16="http://schemas.microsoft.com/office/drawing/2014/main" id="{6250B57C-728B-5E32-7664-F34ACB717951}"/>
              </a:ext>
            </a:extLst>
          </p:cNvPr>
          <p:cNvPicPr>
            <a:picLocks noChangeAspect="1"/>
          </p:cNvPicPr>
          <p:nvPr/>
        </p:nvPicPr>
        <p:blipFill>
          <a:blip r:embed="rId4"/>
          <a:stretch>
            <a:fillRect/>
          </a:stretch>
        </p:blipFill>
        <p:spPr>
          <a:xfrm>
            <a:off x="455735" y="902550"/>
            <a:ext cx="1031630" cy="1157438"/>
          </a:xfrm>
          <a:prstGeom prst="rect">
            <a:avLst/>
          </a:prstGeom>
        </p:spPr>
      </p:pic>
      <p:sp>
        <p:nvSpPr>
          <p:cNvPr id="2" name="Text 2">
            <a:extLst>
              <a:ext uri="{FF2B5EF4-FFF2-40B4-BE49-F238E27FC236}">
                <a16:creationId xmlns:a16="http://schemas.microsoft.com/office/drawing/2014/main" id="{4242D728-C27A-4654-02EB-1283C23E530F}"/>
              </a:ext>
            </a:extLst>
          </p:cNvPr>
          <p:cNvSpPr/>
          <p:nvPr/>
        </p:nvSpPr>
        <p:spPr>
          <a:xfrm>
            <a:off x="5233301" y="2282511"/>
            <a:ext cx="3284971" cy="577081"/>
          </a:xfrm>
          <a:prstGeom prst="rect">
            <a:avLst/>
          </a:prstGeom>
          <a:noFill/>
          <a:ln/>
        </p:spPr>
        <p:txBody>
          <a:bodyPr wrap="square" lIns="0" tIns="0" rIns="0" bIns="0" rtlCol="0" anchor="t">
            <a:spAutoFit/>
          </a:bodyPr>
          <a:lstStyle/>
          <a:p>
            <a:pPr marL="0" indent="0" algn="l">
              <a:lnSpc>
                <a:spcPts val="4500"/>
              </a:lnSpc>
              <a:buNone/>
            </a:pPr>
            <a:r>
              <a:rPr lang="en-US" sz="4145" b="1" kern="0" spc="-2" dirty="0">
                <a:solidFill>
                  <a:srgbClr val="F0F4FF"/>
                </a:solidFill>
                <a:latin typeface="Calibri" pitchFamily="34" charset="0"/>
                <a:ea typeface="Calibri" pitchFamily="34" charset="-122"/>
                <a:cs typeface="Calibri" pitchFamily="34" charset="-120"/>
              </a:rPr>
              <a:t>Thank you.</a:t>
            </a:r>
            <a:endParaRPr lang="en-US" sz="4145" dirty="0"/>
          </a:p>
        </p:txBody>
      </p:sp>
      <p:pic>
        <p:nvPicPr>
          <p:cNvPr id="8" name="Picture 7">
            <a:extLst>
              <a:ext uri="{FF2B5EF4-FFF2-40B4-BE49-F238E27FC236}">
                <a16:creationId xmlns:a16="http://schemas.microsoft.com/office/drawing/2014/main" id="{CEA00A50-1A87-B91A-D365-88429B179A5D}"/>
              </a:ext>
            </a:extLst>
          </p:cNvPr>
          <p:cNvPicPr>
            <a:picLocks noChangeAspect="1"/>
          </p:cNvPicPr>
          <p:nvPr/>
        </p:nvPicPr>
        <p:blipFill>
          <a:blip r:embed="rId5"/>
          <a:stretch>
            <a:fillRect/>
          </a:stretch>
        </p:blipFill>
        <p:spPr>
          <a:xfrm>
            <a:off x="7139374" y="3353186"/>
            <a:ext cx="1090226" cy="10902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9e08a61-09f6-4c5f-81cc-e15b331ff36a}" enabled="1" method="Standard" siteId="{7123dabd-0e87-4da9-9cb9-b7ec82011aad}" removed="0"/>
</clbl:labelList>
</file>

<file path=docProps/app.xml><?xml version="1.0" encoding="utf-8"?>
<Properties xmlns="http://schemas.openxmlformats.org/officeDocument/2006/extended-properties" xmlns:vt="http://schemas.openxmlformats.org/officeDocument/2006/docPropsVTypes">
  <TotalTime>115</TotalTime>
  <Words>4801</Words>
  <Application>Microsoft Office PowerPoint</Application>
  <PresentationFormat>On-screen Show (16:9)</PresentationFormat>
  <Paragraphs>719</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Careers Without the Hype - Workshop</dc:title>
  <dc:subject>PptxGenJS Presentation</dc:subject>
  <dc:creator>Rupinder Pal Singh</dc:creator>
  <cp:lastModifiedBy>Rupinder Pal Singh</cp:lastModifiedBy>
  <cp:revision>1</cp:revision>
  <dcterms:created xsi:type="dcterms:W3CDTF">2026-04-10T03:09:59Z</dcterms:created>
  <dcterms:modified xsi:type="dcterms:W3CDTF">2026-04-10T06:00:40Z</dcterms:modified>
</cp:coreProperties>
</file>